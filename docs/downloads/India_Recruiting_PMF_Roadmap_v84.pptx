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4" r:id="rId5"/>
    <p:sldMasterId id="2147483695" r:id="rId6"/>
    <p:sldMasterId id="2147483696" r:id="rId7"/>
  </p:sldMasterIdLst>
  <p:notesMasterIdLst>
    <p:notesMasterId r:id="rId8"/>
  </p:notesMasterIdLst>
  <p:sldIdLst>
    <p:sldId id="256" r:id="rId17"/>
    <p:sldId id="257" r:id="rId18"/>
    <p:sldId id="258" r:id="rId19"/>
    <p:sldId id="259" r:id="rId20"/>
    <p:sldId id="260" r:id="rId21"/>
    <p:sldId id="261" r:id="rId22"/>
    <p:sldId id="262" r:id="rId23"/>
    <p:sldId id="263" r:id="rId24"/>
    <p:sldId id="264" r:id="rId25"/>
    <p:sldId id="265" r:id="rId26"/>
    <p:sldId id="266" r:id="rId27"/>
    <p:sldId id="267" r:id="rId28"/>
    <p:sldId id="268" r:id="rId29"/>
    <p:sldId id="269" r:id="rId30"/>
    <p:sldId id="270" r:id="rId31"/>
    <p:sldId id="271" r:id="rId32"/>
    <p:sldId id="272" r:id="rId33"/>
    <p:sldId id="273" r:id="rId34"/>
    <p:sldId id="274" r:id="rId35"/>
    <p:sldId id="275" r:id="rId36"/>
    <p:sldId id="276" r:id="rId37"/>
    <p:sldId id="277" r:id="rId38"/>
    <p:sldId id="278" r:id="rId39"/>
    <p:sldId id="279" r:id="rId40"/>
    <p:sldId id="280" r:id="rId16"/>
    <p:sldId id="281" r:id="rId15"/>
    <p:sldId id="282" r:id="rId14"/>
    <p:sldId id="283" r:id="rId13"/>
    <p:sldId id="284" r:id="rId12"/>
    <p:sldId id="285" r:id="rId11"/>
    <p:sldId id="286" r:id="rId10"/>
    <p:sldId id="287" r:id="rId9"/>
    <p:sldId id="288" r:id="rId49"/>
    <p:sldId id="289" r:id="rId50"/>
    <p:sldId id="290" r:id="rId51"/>
    <p:sldId id="291" r:id="rId52"/>
    <p:sldId id="292" r:id="rId53"/>
    <p:sldId id="293" r:id="rId54"/>
    <p:sldId id="294" r:id="rId55"/>
    <p:sldId id="295" r:id="rId56"/>
    <p:sldId id="296" r:id="rId57"/>
    <p:sldId id="297" r:id="rId58"/>
    <p:sldId id="298" r:id="rId59"/>
    <p:sldId id="299" r:id="rId60"/>
    <p:sldId id="300" r:id="rId61"/>
    <p:sldId id="301" r:id="rId62"/>
    <p:sldId id="302" r:id="rId63"/>
    <p:sldId id="303" r:id="rId64"/>
    <p:sldId id="304" r:id="rId65"/>
    <p:sldId id="305" r:id="rId66"/>
    <p:sldId id="306" r:id="rId67"/>
    <p:sldId id="307" r:id="rId68"/>
    <p:sldId id="308" r:id="rId69"/>
    <p:sldId id="309" r:id="rId70"/>
    <p:sldId id="310" r:id="rId71"/>
    <p:sldId id="311" r:id="rId72"/>
    <p:sldId id="312" r:id="rId73"/>
    <p:sldId id="313" r:id="rId74"/>
    <p:sldId id="314" r:id="rId75"/>
    <p:sldId id="315" r:id="rId76"/>
    <p:sldId id="316" r:id="rId77"/>
    <p:sldId id="317" r:id="rId78"/>
    <p:sldId id="318" r:id="rId79"/>
    <p:sldId id="319" r:id="rId80"/>
  </p:sldIdLst>
  <p:sldSz cy="5143500" cx="9144000"/>
  <p:notesSz cx="6858000" cy="9144000"/>
  <p:embeddedFontLst>
    <p:embeddedFont>
      <p:font typeface="Archivo Light"/>
      <p:regular r:id="rId41"/>
      <p:bold r:id="rId42"/>
      <p:italic r:id="rId43"/>
      <p:boldItalic r:id="rId44"/>
    </p:embeddedFont>
    <p:embeddedFont>
      <p:font typeface="Archivo"/>
      <p:regular r:id="rId45"/>
      <p:bold r:id="rId46"/>
      <p:italic r:id="rId47"/>
      <p:boldItalic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11C8CD6-3F01-4482-9A65-288066B29C37}">
  <a:tblStyle styleId="{A11C8CD6-3F01-4482-9A65-288066B29C37}" styleName="Table_0">
    <a:wholeTbl>
      <a:tcTxStyle b="off" i="off">
        <a:font>
          <a:latin typeface="Arial"/>
          <a:ea typeface="Arial"/>
          <a:cs typeface="Arial"/>
        </a:font>
        <a:schemeClr val="dk1"/>
      </a:tcTxStyle>
      <a:tcStyle>
        <a:tcBdr>
          <a:left>
            <a:ln cap="flat" cmpd="sng" w="9525">
              <a:solidFill>
                <a:schemeClr val="accent6"/>
              </a:solidFill>
              <a:prstDash val="solid"/>
              <a:round/>
              <a:headEnd len="sm" w="sm" type="none"/>
              <a:tailEnd len="sm" w="sm" type="none"/>
            </a:ln>
          </a:left>
          <a:right>
            <a:ln cap="flat" cmpd="sng" w="9525">
              <a:solidFill>
                <a:schemeClr val="accent6"/>
              </a:solidFill>
              <a:prstDash val="solid"/>
              <a:round/>
              <a:headEnd len="sm" w="sm" type="none"/>
              <a:tailEnd len="sm" w="sm" type="none"/>
            </a:ln>
          </a:right>
          <a:top>
            <a:ln cap="flat" cmpd="sng" w="9525">
              <a:solidFill>
                <a:schemeClr val="accent6"/>
              </a:solidFill>
              <a:prstDash val="solid"/>
              <a:round/>
              <a:headEnd len="sm" w="sm" type="none"/>
              <a:tailEnd len="sm" w="sm" type="none"/>
            </a:ln>
          </a:top>
          <a:bottom>
            <a:ln cap="flat" cmpd="sng" w="9525">
              <a:solidFill>
                <a:schemeClr val="accent6"/>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tcStyle>
        <a:tcBdr>
          <a:top>
            <a:ln cap="flat" cmpd="sng" w="9525">
              <a:solidFill>
                <a:schemeClr val="accent6"/>
              </a:solidFill>
              <a:prstDash val="solid"/>
              <a:round/>
              <a:headEnd len="sm" w="sm" type="none"/>
              <a:tailEnd len="sm" w="sm" type="none"/>
            </a:ln>
          </a:top>
          <a:bottom>
            <a:ln cap="flat" cmpd="sng" w="9525">
              <a:solidFill>
                <a:schemeClr val="accent6"/>
              </a:solidFill>
              <a:prstDash val="solid"/>
              <a:round/>
              <a:headEnd len="sm" w="sm" type="none"/>
              <a:tailEnd len="sm" w="sm" type="none"/>
            </a:ln>
          </a:bottom>
        </a:tcBdr>
      </a:tcStyle>
    </a:band1H>
    <a:band2H>
      <a:tcTxStyle/>
    </a:band2H>
    <a:band1V>
      <a:tcTxStyle/>
      <a:tcStyle>
        <a:tcBdr>
          <a:left>
            <a:ln cap="flat" cmpd="sng" w="9525">
              <a:solidFill>
                <a:schemeClr val="accent6"/>
              </a:solidFill>
              <a:prstDash val="solid"/>
              <a:round/>
              <a:headEnd len="sm" w="sm" type="none"/>
              <a:tailEnd len="sm" w="sm" type="none"/>
            </a:ln>
          </a:left>
          <a:right>
            <a:ln cap="flat" cmpd="sng" w="9525">
              <a:solidFill>
                <a:schemeClr val="accent6"/>
              </a:solidFill>
              <a:prstDash val="solid"/>
              <a:round/>
              <a:headEnd len="sm" w="sm" type="none"/>
              <a:tailEnd len="sm" w="sm" type="none"/>
            </a:ln>
          </a:right>
        </a:tcBdr>
      </a:tcStyle>
    </a:band1V>
    <a:band2V>
      <a:tcTxStyle/>
      <a:tcStyle>
        <a:tcBdr>
          <a:left>
            <a:ln cap="flat" cmpd="sng" w="9525">
              <a:solidFill>
                <a:schemeClr val="accent6"/>
              </a:solidFill>
              <a:prstDash val="solid"/>
              <a:round/>
              <a:headEnd len="sm" w="sm" type="none"/>
              <a:tailEnd len="sm" w="sm" type="none"/>
            </a:ln>
          </a:left>
          <a:right>
            <a:ln cap="flat" cmpd="sng" w="9525">
              <a:solidFill>
                <a:schemeClr val="accent6"/>
              </a:solidFill>
              <a:prstDash val="solid"/>
              <a:round/>
              <a:headEnd len="sm" w="sm" type="none"/>
              <a:tailEnd len="sm" w="sm" type="none"/>
            </a:ln>
          </a:right>
        </a:tcBdr>
      </a:tcStyle>
    </a:band2V>
    <a:lastCol>
      <a:tcTxStyle b="on" i="off"/>
    </a:lastCol>
    <a:firstCol>
      <a:tcTxStyle b="on" i="off"/>
    </a:firstCol>
    <a:lastRow>
      <a:tcTxStyle b="on" i="off"/>
      <a:tcStyle>
        <a:tcBdr>
          <a:top>
            <a:ln cap="flat" cmpd="sng" w="50800">
              <a:solidFill>
                <a:schemeClr val="accent6"/>
              </a:solidFill>
              <a:prstDash val="solid"/>
              <a:round/>
              <a:headEnd len="sm" w="sm" type="none"/>
              <a:tailEnd len="sm" w="sm" type="none"/>
            </a:ln>
          </a:top>
        </a:tcBdr>
      </a:tcStyle>
    </a:lastRow>
    <a:seCell>
      <a:tcTxStyle/>
    </a:seCell>
    <a:swCell>
      <a:tcTxStyle/>
    </a:swCell>
    <a:firstRow>
      <a:tcTxStyle b="on" i="off">
        <a:font>
          <a:latin typeface="Arial"/>
          <a:ea typeface="Arial"/>
          <a:cs typeface="Arial"/>
        </a:font>
        <a:schemeClr val="lt1"/>
      </a:tcTxStyle>
      <a:tcStyle>
        <a:fill>
          <a:solidFill>
            <a:schemeClr val="accent6"/>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9" Type="http://schemas.openxmlformats.org/officeDocument/2006/relationships/slide" Target="slides/slide32.xml"/><Relationship Id="rId10" Type="http://schemas.openxmlformats.org/officeDocument/2006/relationships/slide" Target="slides/slide31.xml"/><Relationship Id="rId11" Type="http://schemas.openxmlformats.org/officeDocument/2006/relationships/slide" Target="slides/slide30.xml"/><Relationship Id="rId12" Type="http://schemas.openxmlformats.org/officeDocument/2006/relationships/slide" Target="slides/slide29.xml"/><Relationship Id="rId13" Type="http://schemas.openxmlformats.org/officeDocument/2006/relationships/slide" Target="slides/slide28.xml"/><Relationship Id="rId14" Type="http://schemas.openxmlformats.org/officeDocument/2006/relationships/slide" Target="slides/slide27.xml"/><Relationship Id="rId15" Type="http://schemas.openxmlformats.org/officeDocument/2006/relationships/slide" Target="slides/slide26.xml"/><Relationship Id="rId16" Type="http://schemas.openxmlformats.org/officeDocument/2006/relationships/slide" Target="slides/slide25.xml"/><Relationship Id="rId17" Type="http://schemas.openxmlformats.org/officeDocument/2006/relationships/slide" Target="slides/slide1.xml"/><Relationship Id="rId18" Type="http://schemas.openxmlformats.org/officeDocument/2006/relationships/slide" Target="slides/slide2.xml"/><Relationship Id="rId19" Type="http://schemas.openxmlformats.org/officeDocument/2006/relationships/slide" Target="slides/slide3.xml"/><Relationship Id="rId20" Type="http://schemas.openxmlformats.org/officeDocument/2006/relationships/slide" Target="slides/slide4.xml"/><Relationship Id="rId21" Type="http://schemas.openxmlformats.org/officeDocument/2006/relationships/slide" Target="slides/slide5.xml"/><Relationship Id="rId22" Type="http://schemas.openxmlformats.org/officeDocument/2006/relationships/slide" Target="slides/slide6.xml"/><Relationship Id="rId23" Type="http://schemas.openxmlformats.org/officeDocument/2006/relationships/slide" Target="slides/slide7.xml"/><Relationship Id="rId24" Type="http://schemas.openxmlformats.org/officeDocument/2006/relationships/slide" Target="slides/slide8.xml"/><Relationship Id="rId25" Type="http://schemas.openxmlformats.org/officeDocument/2006/relationships/slide" Target="slides/slide9.xml"/><Relationship Id="rId26" Type="http://schemas.openxmlformats.org/officeDocument/2006/relationships/slide" Target="slides/slide10.xml"/><Relationship Id="rId27" Type="http://schemas.openxmlformats.org/officeDocument/2006/relationships/slide" Target="slides/slide11.xml"/><Relationship Id="rId28" Type="http://schemas.openxmlformats.org/officeDocument/2006/relationships/slide" Target="slides/slide12.xml"/><Relationship Id="rId29" Type="http://schemas.openxmlformats.org/officeDocument/2006/relationships/slide" Target="slides/slide13.xml"/><Relationship Id="rId30" Type="http://schemas.openxmlformats.org/officeDocument/2006/relationships/slide" Target="slides/slide14.xml"/><Relationship Id="rId31" Type="http://schemas.openxmlformats.org/officeDocument/2006/relationships/slide" Target="slides/slide15.xml"/><Relationship Id="rId32" Type="http://schemas.openxmlformats.org/officeDocument/2006/relationships/slide" Target="slides/slide16.xml"/><Relationship Id="rId33" Type="http://schemas.openxmlformats.org/officeDocument/2006/relationships/slide" Target="slides/slide17.xml"/><Relationship Id="rId34" Type="http://schemas.openxmlformats.org/officeDocument/2006/relationships/slide" Target="slides/slide18.xml"/><Relationship Id="rId35" Type="http://schemas.openxmlformats.org/officeDocument/2006/relationships/slide" Target="slides/slide19.xml"/><Relationship Id="rId36" Type="http://schemas.openxmlformats.org/officeDocument/2006/relationships/slide" Target="slides/slide20.xml"/><Relationship Id="rId37" Type="http://schemas.openxmlformats.org/officeDocument/2006/relationships/slide" Target="slides/slide21.xml"/><Relationship Id="rId38" Type="http://schemas.openxmlformats.org/officeDocument/2006/relationships/slide" Target="slides/slide22.xml"/><Relationship Id="rId39" Type="http://schemas.openxmlformats.org/officeDocument/2006/relationships/slide" Target="slides/slide23.xml"/><Relationship Id="rId40" Type="http://schemas.openxmlformats.org/officeDocument/2006/relationships/slide" Target="slides/slide24.xml"/><Relationship Id="rId41" Type="http://schemas.openxmlformats.org/officeDocument/2006/relationships/font" Target="fonts/ArchivoLight-regular.fntdata"/><Relationship Id="rId42" Type="http://schemas.openxmlformats.org/officeDocument/2006/relationships/font" Target="fonts/ArchivoLight-bold.fntdata"/><Relationship Id="rId43" Type="http://schemas.openxmlformats.org/officeDocument/2006/relationships/font" Target="fonts/ArchivoLight-italic.fntdata"/><Relationship Id="rId44" Type="http://schemas.openxmlformats.org/officeDocument/2006/relationships/font" Target="fonts/ArchivoLight-boldItalic.fntdata"/><Relationship Id="rId45" Type="http://schemas.openxmlformats.org/officeDocument/2006/relationships/font" Target="fonts/Archivo-regular.fntdata"/><Relationship Id="rId46" Type="http://schemas.openxmlformats.org/officeDocument/2006/relationships/font" Target="fonts/Archivo-bold.fntdata"/><Relationship Id="rId47" Type="http://schemas.openxmlformats.org/officeDocument/2006/relationships/font" Target="fonts/Archivo-italic.fntdata"/><Relationship Id="rId48" Type="http://schemas.openxmlformats.org/officeDocument/2006/relationships/font" Target="fonts/Archivo-boldItalic.fntdata"/><Relationship Id="rId49" Type="http://schemas.openxmlformats.org/officeDocument/2006/relationships/slide" Target="slides/slide33.xml"/><Relationship Id="rId50" Type="http://schemas.openxmlformats.org/officeDocument/2006/relationships/slide" Target="slides/slide34.xml"/><Relationship Id="rId51" Type="http://schemas.openxmlformats.org/officeDocument/2006/relationships/slide" Target="slides/slide35.xml"/><Relationship Id="rId52" Type="http://schemas.openxmlformats.org/officeDocument/2006/relationships/slide" Target="slides/slide36.xml"/><Relationship Id="rId53" Type="http://schemas.openxmlformats.org/officeDocument/2006/relationships/slide" Target="slides/slide37.xml"/><Relationship Id="rId54" Type="http://schemas.openxmlformats.org/officeDocument/2006/relationships/slide" Target="slides/slide38.xml"/><Relationship Id="rId55" Type="http://schemas.openxmlformats.org/officeDocument/2006/relationships/slide" Target="slides/slide39.xml"/><Relationship Id="rId56" Type="http://schemas.openxmlformats.org/officeDocument/2006/relationships/slide" Target="slides/slide40.xml"/><Relationship Id="rId57" Type="http://schemas.openxmlformats.org/officeDocument/2006/relationships/slide" Target="slides/slide41.xml"/><Relationship Id="rId58" Type="http://schemas.openxmlformats.org/officeDocument/2006/relationships/slide" Target="slides/slide42.xml"/><Relationship Id="rId59" Type="http://schemas.openxmlformats.org/officeDocument/2006/relationships/slide" Target="slides/slide43.xml"/><Relationship Id="rId60" Type="http://schemas.openxmlformats.org/officeDocument/2006/relationships/slide" Target="slides/slide44.xml"/><Relationship Id="rId61" Type="http://schemas.openxmlformats.org/officeDocument/2006/relationships/slide" Target="slides/slide45.xml"/><Relationship Id="rId62" Type="http://schemas.openxmlformats.org/officeDocument/2006/relationships/slide" Target="slides/slide46.xml"/><Relationship Id="rId63" Type="http://schemas.openxmlformats.org/officeDocument/2006/relationships/slide" Target="slides/slide47.xml"/><Relationship Id="rId64" Type="http://schemas.openxmlformats.org/officeDocument/2006/relationships/slide" Target="slides/slide48.xml"/><Relationship Id="rId65" Type="http://schemas.openxmlformats.org/officeDocument/2006/relationships/slide" Target="slides/slide49.xml"/><Relationship Id="rId66" Type="http://schemas.openxmlformats.org/officeDocument/2006/relationships/slide" Target="slides/slide50.xml"/><Relationship Id="rId67" Type="http://schemas.openxmlformats.org/officeDocument/2006/relationships/slide" Target="slides/slide51.xml"/><Relationship Id="rId68" Type="http://schemas.openxmlformats.org/officeDocument/2006/relationships/slide" Target="slides/slide52.xml"/><Relationship Id="rId69" Type="http://schemas.openxmlformats.org/officeDocument/2006/relationships/slide" Target="slides/slide53.xml"/><Relationship Id="rId70" Type="http://schemas.openxmlformats.org/officeDocument/2006/relationships/slide" Target="slides/slide54.xml"/><Relationship Id="rId71" Type="http://schemas.openxmlformats.org/officeDocument/2006/relationships/slide" Target="slides/slide55.xml"/><Relationship Id="rId72" Type="http://schemas.openxmlformats.org/officeDocument/2006/relationships/slide" Target="slides/slide56.xml"/><Relationship Id="rId73" Type="http://schemas.openxmlformats.org/officeDocument/2006/relationships/slide" Target="slides/slide57.xml"/><Relationship Id="rId74" Type="http://schemas.openxmlformats.org/officeDocument/2006/relationships/slide" Target="slides/slide58.xml"/><Relationship Id="rId75" Type="http://schemas.openxmlformats.org/officeDocument/2006/relationships/slide" Target="slides/slide59.xml"/><Relationship Id="rId76" Type="http://schemas.openxmlformats.org/officeDocument/2006/relationships/slide" Target="slides/slide60.xml"/><Relationship Id="rId77" Type="http://schemas.openxmlformats.org/officeDocument/2006/relationships/slide" Target="slides/slide61.xml"/><Relationship Id="rId78" Type="http://schemas.openxmlformats.org/officeDocument/2006/relationships/slide" Target="slides/slide62.xml"/><Relationship Id="rId79" Type="http://schemas.openxmlformats.org/officeDocument/2006/relationships/slide" Target="slides/slide63.xml"/><Relationship Id="rId80" Type="http://schemas.openxmlformats.org/officeDocument/2006/relationships/slide" Target="slides/slide6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 Stress trust chain plus throughput as one problem.</a:t>
            </a:r>
          </a:p>
          <a:p>
            <a:r>
              <a:t>• Cite DPDP and labour code timing as forcing functions.</a:t>
            </a:r>
          </a:p>
          <a:p>
            <a:r>
              <a:t>• Land on partner-truth for channels and boards.</a:t>
            </a:r>
          </a:p>
          <a:p/>
          <a:p>
            <a:r>
              <a:t>References:</a:t>
            </a:r>
          </a:p>
          <a:p>
            <a:r>
              <a:t>• PMF analysis: research/India/thematic-analysis/2026-03-31-India-PMF-Analysis-IN-E2E-005.md</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 Keep questions executive; avoid methodology jargon in-room.</a:t>
            </a:r>
          </a:p>
          <a:p>
            <a:r>
              <a:t>• Note data gaps honestly; primary research still converges.</a:t>
            </a:r>
          </a:p>
          <a:p/>
          <a:p>
            <a:r>
              <a:t>References:</a:t>
            </a:r>
          </a:p>
          <a:p>
            <a:r>
              <a:t>• Strategy context: research/India/strategy-context-2026-03-31-IN-E2E-005.md</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 Tie political and legal timing to sales urgency.</a:t>
            </a:r>
          </a:p>
          <a:p>
            <a:r>
              <a:t>• Anchor growth stats to IMARC and strategy markdown.</a:t>
            </a:r>
          </a:p>
          <a:p/>
          <a:p>
            <a:r>
              <a:t>References:</a:t>
            </a:r>
          </a:p>
          <a:p>
            <a:r>
              <a:t>• PESTEL: research/India/pestel-analysis-India-2026-03-31-IN-E2E-005.md</a:t>
            </a:r>
          </a:p>
          <a:p>
            <a:r>
              <a:t>• Strategy: strategy/markdown/product-priorities-q2-2026.md</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 Use ranges cautiously; cite analyst definitions.</a:t>
            </a:r>
          </a:p>
          <a:p>
            <a:r>
              <a:t>• Bridge cloud growth to integration and security expectations.</a:t>
            </a:r>
          </a:p>
          <a:p/>
          <a:p>
            <a:r>
              <a:t>References:</a:t>
            </a:r>
          </a:p>
          <a:p>
            <a:r>
              <a:t>• IMARC HCM and ATS pages; IDC India cloud PR</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 Lead with India row first; then corporate priorities for context.</a:t>
            </a:r>
          </a:p>
          <a:p>
            <a:r>
              <a:t>• Cross-check product-priorities-q2-2026.md.</a:t>
            </a:r>
          </a:p>
          <a:p/>
          <a:p>
            <a:r>
              <a:t>References:</a:t>
            </a:r>
          </a:p>
          <a:p>
            <a:r>
              <a:t>• research/India/strategy-context-2026-03-31-IN-E2E-005.md</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 Table sourced from strategy context regional expansion section.</a:t>
            </a:r>
          </a:p>
          <a:p/>
          <a:p>
            <a:r>
              <a:t>References:</a:t>
            </a:r>
          </a:p>
          <a:p>
            <a:r>
              <a:t>• strategy/markdown/product-priorities-q2-2026.md</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 Align to strategy context competitive positioning bullets.</a:t>
            </a:r>
          </a:p>
          <a:p/>
          <a:p>
            <a:r>
              <a:t>References:</a:t>
            </a:r>
          </a:p>
          <a:p>
            <a:r>
              <a:t>• research/India/strategy-context-2026-03-31-IN-E2E-005.md</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 Present factor anchors; keep implication visible.</a:t>
            </a:r>
          </a:p>
          <a:p/>
          <a:p>
            <a:r>
              <a:t>References:</a:t>
            </a:r>
          </a:p>
          <a:p>
            <a:r>
              <a:t>• research/India/pestel-analysis-India-2026-03-31-IN-E2E-005.md</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 Present factor anchors; keep implication visible.</a:t>
            </a:r>
          </a:p>
          <a:p/>
          <a:p>
            <a:r>
              <a:t>References:</a:t>
            </a:r>
          </a:p>
          <a:p>
            <a:r>
              <a:t>• research/India/pestel-analysis-India-2026-03-31-IN-E2E-005.md</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 Present factor anchors; keep implication visible.</a:t>
            </a:r>
          </a:p>
          <a:p/>
          <a:p>
            <a:r>
              <a:t>References:</a:t>
            </a:r>
          </a:p>
          <a:p>
            <a:r>
              <a:t>• research/India/pestel-analysis-India-2026-03-31-IN-E2E-005.md</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 Present factor anchors; keep implication visible.</a:t>
            </a:r>
          </a:p>
          <a:p/>
          <a:p>
            <a:r>
              <a:t>References:</a:t>
            </a:r>
          </a:p>
          <a:p>
            <a:r>
              <a:t>• research/India/pestel-analysis-India-2026-03-31-IN-E2E-005.md</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 Present factor anchors; keep implication visible.</a:t>
            </a:r>
          </a:p>
          <a:p/>
          <a:p>
            <a:r>
              <a:t>References:</a:t>
            </a:r>
          </a:p>
          <a:p>
            <a:r>
              <a:t>• research/India/pestel-analysis-India-2026-03-31-IN-E2E-005.md</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 Present factor anchors; keep implication visible.</a:t>
            </a:r>
          </a:p>
          <a:p/>
          <a:p>
            <a:r>
              <a:t>References:</a:t>
            </a:r>
          </a:p>
          <a:p>
            <a:r>
              <a:t>• research/India/pestel-analysis-India-2026-03-31-IN-E2E-005.md</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 Ground claims in in-competitive-matrix.md v1.8.</a:t>
            </a:r>
          </a:p>
          <a:p/>
          <a:p>
            <a:r>
              <a:t>References:</a:t>
            </a:r>
          </a:p>
          <a:p>
            <a:r>
              <a:t>• research/competitive/in/in-competitive-scan-2026-03-31-IN-E2E-005.md</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 Align to scan headlines; avoid unsourced claims.</a:t>
            </a:r>
          </a:p>
          <a:p/>
          <a:p>
            <a:r>
              <a:t>References:</a:t>
            </a:r>
          </a:p>
          <a:p>
            <a:r>
              <a:t>• research/competitive/matrices/in-competitive-matrix.md</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 Single four-quadrant SWOT table; semicolon-separated cells.</a:t>
            </a:r>
          </a:p>
          <a:p/>
          <a:p>
            <a:r>
              <a:t>References:</a:t>
            </a:r>
          </a:p>
          <a:p>
            <a:r>
              <a:t>• research/India/swot-analysis-India-2026-03-31-IN-E2E-005.md</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 Explain absence of presales gap export for this mission.</a:t>
            </a:r>
          </a:p>
          <a:p>
            <a:r>
              <a:t>• Point to interviews and competitive intelligence for gap identification.</a:t>
            </a:r>
          </a:p>
          <a:p/>
          <a:p>
            <a:r>
              <a:t>References:</a:t>
            </a:r>
          </a:p>
          <a:p>
            <a:r>
              <a:t>• Mission scope: no presales gap-analysis export ingested</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 Explain absence of presales gap export for this mission.</a:t>
            </a:r>
          </a:p>
          <a:p>
            <a:r>
              <a:t>• Point to interviews and competitive intelligence for gap identification.</a:t>
            </a:r>
          </a:p>
          <a:p/>
          <a:p>
            <a:r>
              <a:t>References:</a:t>
            </a:r>
          </a:p>
          <a:p>
            <a:r>
              <a:t>• Mission scope: no presales gap-analysis export ingested</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 Explain absence of presales gap export for this mission.</a:t>
            </a:r>
          </a:p>
          <a:p>
            <a:r>
              <a:t>• Point to interviews and competitive intelligence for gap identification.</a:t>
            </a:r>
          </a:p>
          <a:p/>
          <a:p>
            <a:r>
              <a:t>References:</a:t>
            </a:r>
          </a:p>
          <a:p>
            <a:r>
              <a:t>• Mission scope: no presales gap-analysis export ingested</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 Explain absence of presales gap export for this mission.</a:t>
            </a:r>
          </a:p>
          <a:p>
            <a:r>
              <a:t>• Point to interviews and competitive intelligence for gap identification.</a:t>
            </a:r>
          </a:p>
          <a:p/>
          <a:p>
            <a:r>
              <a:t>References:</a:t>
            </a:r>
          </a:p>
          <a:p>
            <a:r>
              <a:t>• Mission scope: no presales gap-analysis export ingested</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 Internal brainstorm corpora and idea CSVs were not in scope.</a:t>
            </a:r>
          </a:p>
          <a:p>
            <a:r>
              <a:t>• Primary research substitutes for ideation volume signals.</a:t>
            </a:r>
          </a:p>
          <a:p/>
          <a:p>
            <a:r>
              <a:t>References:</a:t>
            </a:r>
          </a:p>
          <a:p>
            <a:r>
              <a:t>• research/India raw-data not present for this mission</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 Internal brainstorm corpora and idea CSVs were not in scope.</a:t>
            </a:r>
          </a:p>
          <a:p>
            <a:r>
              <a:t>• Primary research substitutes for ideation volume signals.</a:t>
            </a:r>
          </a:p>
          <a:p/>
          <a:p>
            <a:r>
              <a:t>References:</a:t>
            </a:r>
          </a:p>
          <a:p>
            <a:r>
              <a:t>• research/India raw-data not present for this mission</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 Internal brainstorm corpora and idea CSVs were not in scope.</a:t>
            </a:r>
          </a:p>
          <a:p>
            <a:r>
              <a:t>• Primary research substitutes for ideation volume signals.</a:t>
            </a:r>
          </a:p>
          <a:p/>
          <a:p>
            <a:r>
              <a:t>References:</a:t>
            </a:r>
          </a:p>
          <a:p>
            <a:r>
              <a:t>• research/India raw-data not present for this mission</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 Internal brainstorm corpora and idea CSVs were not in scope.</a:t>
            </a:r>
          </a:p>
          <a:p>
            <a:r>
              <a:t>• Primary research substitutes for ideation volume signals.</a:t>
            </a:r>
          </a:p>
          <a:p/>
          <a:p>
            <a:r>
              <a:t>References:</a:t>
            </a:r>
          </a:p>
          <a:p>
            <a:r>
              <a:t>• research/India raw-data not present for this mission</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 Name SMEs on next slide; customers stay P1–P5.</a:t>
            </a:r>
          </a:p>
          <a:p/>
          <a:p>
            <a:r>
              <a:t>References:</a:t>
            </a:r>
          </a:p>
          <a:p>
            <a:r>
              <a:t>• research/India/105-sme-research-findings.md</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 Internal name map (do not read aloud): SME1 = Bernie (VP Talent PM); SME2 = Fabiola Navarro; SME3 = Santosh Gulia; SME4 = David Lodola; SME5 = David Phillips (Accenture SCE).</a:t>
            </a:r>
          </a:p>
          <a:p>
            <a:r>
              <a:t>• Cite internal transcript paths in appendix verbally.</a:t>
            </a:r>
          </a:p>
          <a:p/>
          <a:p>
            <a:r>
              <a:t>References:</a:t>
            </a:r>
          </a:p>
          <a:p>
            <a:r>
              <a:t>• research/India/internal-sme-transcripts/</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 SME1 internal: Bernie, VP Talent PM. Tie claims to P3–P5 customer slides.</a:t>
            </a:r>
          </a:p>
          <a:p/>
          <a:p>
            <a:r>
              <a:t>References:</a:t>
            </a:r>
          </a:p>
          <a:p>
            <a:r>
              <a:t>• research/India/105-sme-research-findings.md</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 SME2 internal: Fabiola Navarro, Field Readiness. Tie to P3–P5 offer quotes.</a:t>
            </a:r>
          </a:p>
          <a:p/>
          <a:p>
            <a:r>
              <a:t>References:</a:t>
            </a:r>
          </a:p>
          <a:p>
            <a:r>
              <a:t>• 105-sme-research-findings.md</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 SME3 internal: Santosh Gulia, Global Services.</a:t>
            </a:r>
          </a:p>
          <a:p/>
          <a:p>
            <a:r>
              <a:t>References:</a:t>
            </a:r>
          </a:p>
          <a:p>
            <a:r>
              <a:t>• 105-sme-research-findings.md</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 SME4 internal: David Lodola, India enterprise architect.</a:t>
            </a:r>
          </a:p>
          <a:p/>
          <a:p>
            <a:r>
              <a:t>References:</a:t>
            </a:r>
          </a:p>
          <a:p>
            <a:r>
              <a:t>• 105-sme-research-findings.md</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 SME5 internal: David Phillips, Accenture strategic customer engagement.</a:t>
            </a:r>
          </a:p>
          <a:p/>
          <a:p>
            <a:r>
              <a:t>References:</a:t>
            </a:r>
          </a:p>
          <a:p>
            <a:r>
              <a:t>• 105-sme-research-findings.md</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 Keep methodology in notes; slide stays executive.</a:t>
            </a:r>
          </a:p>
          <a:p/>
          <a:p>
            <a:r>
              <a:t>References:</a:t>
            </a:r>
          </a:p>
          <a:p>
            <a:r>
              <a:t>• research/India/105-user-research-findings.md</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 Map P IDs consistently across deck.</a:t>
            </a:r>
          </a:p>
          <a:p/>
          <a:p>
            <a:r>
              <a:t>References:</a:t>
            </a:r>
          </a:p>
          <a:p>
            <a:r>
              <a:t>• TP India transcripts Dec 2025</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 Emphasise quotes that resonate with India scale.</a:t>
            </a:r>
          </a:p>
          <a:p/>
          <a:p>
            <a:r>
              <a:t>References:</a:t>
            </a:r>
          </a:p>
          <a:p>
            <a:r>
              <a:t>• P1 transcript TP India Dec 2025</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 Emphasise quotes that resonate with India scale.</a:t>
            </a:r>
          </a:p>
          <a:p/>
          <a:p>
            <a:r>
              <a:t>References:</a:t>
            </a:r>
          </a:p>
          <a:p>
            <a:r>
              <a:t>• P2 transcript TP India Dec 2025</a:t>
            </a: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 Emphasise quotes that resonate with India scale.</a:t>
            </a:r>
          </a:p>
          <a:p/>
          <a:p>
            <a:r>
              <a:t>References:</a:t>
            </a:r>
          </a:p>
          <a:p>
            <a:r>
              <a:t>• P3 transcript TP India Dec 2025</a:t>
            </a: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 Emphasise quotes that resonate with India scale.</a:t>
            </a:r>
          </a:p>
          <a:p/>
          <a:p>
            <a:r>
              <a:t>References:</a:t>
            </a:r>
          </a:p>
          <a:p>
            <a:r>
              <a:t>• P4 transcript TP India Dec 2025</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 Emphasise quotes that resonate with India scale.</a:t>
            </a:r>
          </a:p>
          <a:p/>
          <a:p>
            <a:r>
              <a:t>References:</a:t>
            </a:r>
          </a:p>
          <a:p>
            <a:r>
              <a:t>• P5 transcript TP India Dec 2025</a:t>
            </a: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 Two themes per slide for density control.</a:t>
            </a:r>
          </a:p>
          <a:p/>
          <a:p>
            <a:r>
              <a:t>References:</a:t>
            </a:r>
          </a:p>
          <a:p>
            <a:r>
              <a:t>• 2026-03-31 India PMF Analysis IN-E2E-005</a:t>
            </a: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 Two themes per slide for density control.</a:t>
            </a:r>
          </a:p>
          <a:p/>
          <a:p>
            <a:r>
              <a:t>References:</a:t>
            </a:r>
          </a:p>
          <a:p>
            <a:r>
              <a:t>• 2026-03-31 India PMF Analysis IN-E2E-005</a:t>
            </a:r>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 Two themes per slide for density control.</a:t>
            </a:r>
          </a:p>
          <a:p/>
          <a:p>
            <a:r>
              <a:t>References:</a:t>
            </a:r>
          </a:p>
          <a:p>
            <a:r>
              <a:t>• 2026-03-31 India PMF Analysis IN-E2E-005</a:t>
            </a:r>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 Walk row by row; cite convergence verbally.</a:t>
            </a:r>
          </a:p>
          <a:p/>
          <a:p>
            <a:r>
              <a:t>References:</a:t>
            </a:r>
          </a:p>
          <a:p>
            <a:r>
              <a:t>• PMF triangulation table IN-E2E-005</a:t>
            </a:r>
          </a:p>
        </p:txBody>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 Severity is directional; validate with Deployment Agent in sales cycles.</a:t>
            </a:r>
          </a:p>
          <a:p/>
          <a:p>
            <a:r>
              <a:t>References:</a:t>
            </a:r>
          </a:p>
          <a:p>
            <a:r>
              <a:t>• PMF recommendations and TP India interviews</a:t>
            </a:r>
          </a:p>
        </p:txBody>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 Five-part structure per 130 v84; cite HRREC-86870 when discussing instrumentation.</a:t>
            </a:r>
          </a:p>
          <a:p/>
          <a:p>
            <a:r>
              <a:t>References:</a:t>
            </a:r>
          </a:p>
          <a:p>
            <a:r>
              <a:t>• research/India/thematic-analysis/2026-03-31-India-PMF-Analysis-IN-E2E-005.md</a:t>
            </a:r>
          </a:p>
        </p:txBody>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 OTP reliability has vendor dependencies; flag confidence at seventy percent from PMF.</a:t>
            </a:r>
          </a:p>
          <a:p/>
          <a:p>
            <a:r>
              <a:t>References:</a:t>
            </a:r>
          </a:p>
          <a:p>
            <a:r>
              <a:t>• research/India/thematic-analysis/2026-03-31-India-PMF-Analysis-IN-E2E-005.md</a:t>
            </a:r>
          </a:p>
        </p:txBody>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 Human-in-the-loop is non-negotiable for high-risk AI positioning in EU and India enterprise deals.</a:t>
            </a:r>
          </a:p>
          <a:p/>
          <a:p>
            <a:r>
              <a:t>References:</a:t>
            </a:r>
          </a:p>
          <a:p>
            <a:r>
              <a:t>• research/India/thematic-analysis/2026-03-31-India-PMF-Analysis-IN-E2E-005.md</a:t>
            </a:r>
          </a:p>
        </p:txBody>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 SME4 internal identity: see SME participants speaker notes map.</a:t>
            </a:r>
          </a:p>
          <a:p/>
          <a:p>
            <a:r>
              <a:t>References:</a:t>
            </a:r>
          </a:p>
          <a:p>
            <a:r>
              <a:t>• research/India/thematic-analysis/2026-03-31-India-PMF-Analysis-IN-E2E-005.md</a:t>
            </a:r>
          </a:p>
        </p:txBody>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 Align enablement so customers actually turn on workflows versus capability-only wins.</a:t>
            </a:r>
          </a:p>
          <a:p/>
          <a:p>
            <a:r>
              <a:t>References:</a:t>
            </a:r>
          </a:p>
          <a:p>
            <a:r>
              <a:t>• research/India/thematic-analysis/2026-03-31-India-PMF-Analysis-IN-E2E-005.md</a:t>
            </a:r>
          </a:p>
        </p:txBody>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 Full sixteen-row table lives in PMF markdown; top ten shown for legibility.</a:t>
            </a:r>
          </a:p>
          <a:p/>
          <a:p>
            <a:r>
              <a:t>References:</a:t>
            </a:r>
          </a:p>
          <a:p>
            <a:r>
              <a:t>• Research handoff table in PMF analysis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30.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0.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30.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0.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2"/>
        </a:solidFill>
      </p:bgPr>
    </p:bg>
    <p:spTree>
      <p:nvGrpSpPr>
        <p:cNvPr id="53" name="Shape 53"/>
        <p:cNvGrpSpPr/>
        <p:nvPr/>
      </p:nvGrpSpPr>
      <p:grpSpPr>
        <a:xfrm>
          <a:off x="0" y="0"/>
          <a:ext cx="0" cy="0"/>
          <a:chOff x="0" y="0"/>
          <a:chExt cx="0" cy="0"/>
        </a:xfrm>
      </p:grpSpPr>
      <p:pic>
        <p:nvPicPr>
          <p:cNvPr id="54" name="Google Shape;54;p14"/>
          <p:cNvPicPr preferRelativeResize="0"/>
          <p:nvPr/>
        </p:nvPicPr>
        <p:blipFill rotWithShape="1">
          <a:blip r:embed="rId2">
            <a:alphaModFix/>
          </a:blip>
          <a:srcRect b="0" l="2703" r="2703" t="0"/>
          <a:stretch/>
        </p:blipFill>
        <p:spPr>
          <a:xfrm>
            <a:off x="0" y="0"/>
            <a:ext cx="9144000" cy="5148072"/>
          </a:xfrm>
          <a:prstGeom prst="rect">
            <a:avLst/>
          </a:prstGeom>
          <a:noFill/>
          <a:ln>
            <a:noFill/>
          </a:ln>
        </p:spPr>
      </p:pic>
      <p:pic>
        <p:nvPicPr>
          <p:cNvPr id="55" name="Google Shape;55;p14"/>
          <p:cNvPicPr preferRelativeResize="0"/>
          <p:nvPr/>
        </p:nvPicPr>
        <p:blipFill rotWithShape="1">
          <a:blip r:embed="rId3">
            <a:alphaModFix/>
          </a:blip>
          <a:srcRect b="0" l="0" r="0" t="0"/>
          <a:stretch/>
        </p:blipFill>
        <p:spPr>
          <a:xfrm>
            <a:off x="611868" y="471062"/>
            <a:ext cx="1227751" cy="580497"/>
          </a:xfrm>
          <a:prstGeom prst="rect">
            <a:avLst/>
          </a:prstGeom>
          <a:noFill/>
          <a:ln>
            <a:noFill/>
          </a:ln>
        </p:spPr>
      </p:pic>
      <p:sp>
        <p:nvSpPr>
          <p:cNvPr id="56" name="Google Shape;56;p14"/>
          <p:cNvSpPr txBox="1"/>
          <p:nvPr>
            <p:ph type="ctrTitle"/>
          </p:nvPr>
        </p:nvSpPr>
        <p:spPr>
          <a:xfrm>
            <a:off x="466344" y="3228368"/>
            <a:ext cx="7886699" cy="590931"/>
          </a:xfrm>
          <a:prstGeom prst="rect">
            <a:avLst/>
          </a:prstGeom>
          <a:noFill/>
          <a:ln>
            <a:noFill/>
          </a:ln>
        </p:spPr>
        <p:txBody>
          <a:bodyPr anchorCtr="0" anchor="b" bIns="45700" lIns="91425" spcFirstLastPara="1" rIns="0" wrap="square" tIns="45700">
            <a:spAutoFit/>
          </a:bodyPr>
          <a:lstStyle>
            <a:lvl1pPr lvl="0" algn="l">
              <a:lnSpc>
                <a:spcPct val="90000"/>
              </a:lnSpc>
              <a:spcBef>
                <a:spcPts val="0"/>
              </a:spcBef>
              <a:spcAft>
                <a:spcPts val="0"/>
              </a:spcAft>
              <a:buClr>
                <a:schemeClr val="dk1"/>
              </a:buClr>
              <a:buSzPts val="3600"/>
              <a:buFont typeface="Archivo"/>
              <a:buNone/>
              <a:defRPr sz="36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14"/>
          <p:cNvSpPr txBox="1"/>
          <p:nvPr>
            <p:ph idx="1" type="subTitle"/>
          </p:nvPr>
        </p:nvSpPr>
        <p:spPr>
          <a:xfrm>
            <a:off x="466344" y="3813048"/>
            <a:ext cx="7886699" cy="338554"/>
          </a:xfrm>
          <a:prstGeom prst="rect">
            <a:avLst/>
          </a:prstGeom>
          <a:noFill/>
          <a:ln>
            <a:noFill/>
          </a:ln>
        </p:spPr>
        <p:txBody>
          <a:bodyPr anchorCtr="0" anchor="t" bIns="45700" lIns="91425" spcFirstLastPara="1" rIns="0" wrap="square" tIns="45700">
            <a:spAutoFit/>
          </a:bodyPr>
          <a:lstStyle>
            <a:lvl1pPr lvl="0" algn="l">
              <a:lnSpc>
                <a:spcPct val="100000"/>
              </a:lnSpc>
              <a:spcBef>
                <a:spcPts val="0"/>
              </a:spcBef>
              <a:spcAft>
                <a:spcPts val="0"/>
              </a:spcAft>
              <a:buSzPts val="1600"/>
              <a:buNone/>
              <a:defRPr b="0" i="0" sz="1600">
                <a:solidFill>
                  <a:schemeClr val="dk1"/>
                </a:solidFill>
                <a:latin typeface="Archivo"/>
                <a:ea typeface="Archivo"/>
                <a:cs typeface="Archivo"/>
                <a:sym typeface="Archivo"/>
              </a:defRPr>
            </a:lvl1pPr>
            <a:lvl2pPr lvl="1" algn="l">
              <a:lnSpc>
                <a:spcPct val="100000"/>
              </a:lnSpc>
              <a:spcBef>
                <a:spcPts val="600"/>
              </a:spcBef>
              <a:spcAft>
                <a:spcPts val="0"/>
              </a:spcAft>
              <a:buSzPts val="1800"/>
              <a:buNone/>
              <a:defRPr/>
            </a:lvl2pPr>
            <a:lvl3pPr lvl="2" algn="l">
              <a:lnSpc>
                <a:spcPct val="100000"/>
              </a:lnSpc>
              <a:spcBef>
                <a:spcPts val="600"/>
              </a:spcBef>
              <a:spcAft>
                <a:spcPts val="0"/>
              </a:spcAft>
              <a:buSzPts val="1800"/>
              <a:buNone/>
              <a:defRPr/>
            </a:lvl3pPr>
            <a:lvl4pPr lvl="3" algn="l">
              <a:spcBef>
                <a:spcPts val="600"/>
              </a:spcBef>
              <a:spcAft>
                <a:spcPts val="0"/>
              </a:spcAft>
              <a:buSzPts val="1800"/>
              <a:buChar char="–"/>
              <a:defRPr/>
            </a:lvl4pPr>
            <a:lvl5pPr lvl="4" algn="l">
              <a:spcBef>
                <a:spcPts val="360"/>
              </a:spcBef>
              <a:spcAft>
                <a:spcPts val="0"/>
              </a:spcAft>
              <a:buSzPts val="1800"/>
              <a:buChar char="»"/>
              <a:defRPr/>
            </a:lvl5pPr>
            <a:lvl6pPr lvl="5" algn="l">
              <a:spcBef>
                <a:spcPts val="360"/>
              </a:spcBef>
              <a:spcAft>
                <a:spcPts val="0"/>
              </a:spcAft>
              <a:buClr>
                <a:schemeClr val="dk1"/>
              </a:buClr>
              <a:buSzPts val="1800"/>
              <a:buChar char="•"/>
              <a:defRPr/>
            </a:lvl6pPr>
            <a:lvl7pPr lvl="6" algn="l">
              <a:spcBef>
                <a:spcPts val="360"/>
              </a:spcBef>
              <a:spcAft>
                <a:spcPts val="0"/>
              </a:spcAft>
              <a:buClr>
                <a:schemeClr val="dk1"/>
              </a:buClr>
              <a:buSzPts val="1800"/>
              <a:buChar char="•"/>
              <a:defRPr/>
            </a:lvl7pPr>
            <a:lvl8pPr lvl="7" algn="l">
              <a:spcBef>
                <a:spcPts val="360"/>
              </a:spcBef>
              <a:spcAft>
                <a:spcPts val="0"/>
              </a:spcAft>
              <a:buClr>
                <a:schemeClr val="dk1"/>
              </a:buClr>
              <a:buSzPts val="1800"/>
              <a:buChar char="•"/>
              <a:defRPr/>
            </a:lvl8pPr>
            <a:lvl9pPr lvl="8" algn="l">
              <a:spcBef>
                <a:spcPts val="360"/>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58" name="Shape 58"/>
        <p:cNvGrpSpPr/>
        <p:nvPr/>
      </p:nvGrpSpPr>
      <p:grpSpPr>
        <a:xfrm>
          <a:off x="0" y="0"/>
          <a:ext cx="0" cy="0"/>
          <a:chOff x="0" y="0"/>
          <a:chExt cx="0" cy="0"/>
        </a:xfrm>
      </p:grpSpPr>
      <p:sp>
        <p:nvSpPr>
          <p:cNvPr id="59" name="Google Shape;59;p15"/>
          <p:cNvSpPr txBox="1"/>
          <p:nvPr>
            <p:ph type="title"/>
          </p:nvPr>
        </p:nvSpPr>
        <p:spPr>
          <a:xfrm>
            <a:off x="457200" y="374904"/>
            <a:ext cx="8229600" cy="480131"/>
          </a:xfrm>
          <a:prstGeom prst="rect">
            <a:avLst/>
          </a:prstGeom>
          <a:noFill/>
          <a:ln>
            <a:noFill/>
          </a:ln>
        </p:spPr>
        <p:txBody>
          <a:bodyPr anchorCtr="0" anchor="t" bIns="45700" lIns="91425" spcFirstLastPara="1" rIns="91425" wrap="square" tIns="45700">
            <a:spAutoFit/>
          </a:bodyPr>
          <a:lstStyle>
            <a:lvl1pPr lvl="0" algn="l">
              <a:lnSpc>
                <a:spcPct val="90000"/>
              </a:lnSpc>
              <a:spcBef>
                <a:spcPts val="0"/>
              </a:spcBef>
              <a:spcAft>
                <a:spcPts val="0"/>
              </a:spcAft>
              <a:buClr>
                <a:srgbClr val="0F2E66"/>
              </a:buClr>
              <a:buSzPts val="2800"/>
              <a:buFont typeface="Archivo"/>
              <a:buNone/>
              <a:defRPr b="1" sz="2800">
                <a:solidFill>
                  <a:srgbClr val="0F2E66"/>
                </a:solidFill>
                <a:latin typeface="Archivo"/>
                <a:ea typeface="Archivo"/>
                <a:cs typeface="Archivo"/>
                <a:sym typeface="Archiv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15"/>
          <p:cNvSpPr txBox="1"/>
          <p:nvPr>
            <p:ph idx="11" type="ftr"/>
          </p:nvPr>
        </p:nvSpPr>
        <p:spPr>
          <a:xfrm>
            <a:off x="27432" y="4818888"/>
            <a:ext cx="3086100" cy="274637"/>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800" u="none" cap="none" strike="noStrike">
                <a:solidFill>
                  <a:srgbClr val="7D8B99"/>
                </a:solidFill>
                <a:latin typeface="Archivo"/>
                <a:ea typeface="Archivo"/>
                <a:cs typeface="Archivo"/>
                <a:sym typeface="Archivo"/>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1">
  <p:cSld name="Layout 1">
    <p:spTree>
      <p:nvGrpSpPr>
        <p:cNvPr id="61" name="Shape 61"/>
        <p:cNvGrpSpPr/>
        <p:nvPr/>
      </p:nvGrpSpPr>
      <p:grpSpPr>
        <a:xfrm>
          <a:off x="0" y="0"/>
          <a:ext cx="0" cy="0"/>
          <a:chOff x="0" y="0"/>
          <a:chExt cx="0" cy="0"/>
        </a:xfrm>
      </p:grpSpPr>
      <p:pic>
        <p:nvPicPr>
          <p:cNvPr id="62" name="Google Shape;62;p16"/>
          <p:cNvPicPr preferRelativeResize="0"/>
          <p:nvPr/>
        </p:nvPicPr>
        <p:blipFill rotWithShape="1">
          <a:blip r:embed="rId2">
            <a:alphaModFix/>
          </a:blip>
          <a:srcRect b="0" l="4366" r="92366" t="0"/>
          <a:stretch/>
        </p:blipFill>
        <p:spPr>
          <a:xfrm>
            <a:off x="0" y="-2286"/>
            <a:ext cx="327412" cy="5148072"/>
          </a:xfrm>
          <a:prstGeom prst="rect">
            <a:avLst/>
          </a:prstGeom>
          <a:noFill/>
          <a:ln>
            <a:noFill/>
          </a:ln>
        </p:spPr>
      </p:pic>
      <p:sp>
        <p:nvSpPr>
          <p:cNvPr id="63" name="Google Shape;63;p16"/>
          <p:cNvSpPr txBox="1"/>
          <p:nvPr>
            <p:ph idx="11" type="ftr"/>
          </p:nvPr>
        </p:nvSpPr>
        <p:spPr>
          <a:xfrm>
            <a:off x="327412" y="4818888"/>
            <a:ext cx="3086100" cy="274637"/>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800">
                <a:solidFill>
                  <a:srgbClr val="7D8B99"/>
                </a:solidFill>
                <a:latin typeface="Archivo"/>
                <a:ea typeface="Archivo"/>
                <a:cs typeface="Archivo"/>
                <a:sym typeface="Archivo"/>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p:cSld name="Section Title">
    <p:spTree>
      <p:nvGrpSpPr>
        <p:cNvPr id="64" name="Shape 64"/>
        <p:cNvGrpSpPr/>
        <p:nvPr/>
      </p:nvGrpSpPr>
      <p:grpSpPr>
        <a:xfrm>
          <a:off x="0" y="0"/>
          <a:ext cx="0" cy="0"/>
          <a:chOff x="0" y="0"/>
          <a:chExt cx="0" cy="0"/>
        </a:xfrm>
      </p:grpSpPr>
      <p:pic>
        <p:nvPicPr>
          <p:cNvPr id="65" name="Google Shape;65;p17"/>
          <p:cNvPicPr preferRelativeResize="0"/>
          <p:nvPr/>
        </p:nvPicPr>
        <p:blipFill rotWithShape="1">
          <a:blip r:embed="rId2">
            <a:alphaModFix/>
          </a:blip>
          <a:srcRect b="0" l="4364" r="70596" t="0"/>
          <a:stretch/>
        </p:blipFill>
        <p:spPr>
          <a:xfrm>
            <a:off x="-1" y="-2286"/>
            <a:ext cx="2508653" cy="5148072"/>
          </a:xfrm>
          <a:prstGeom prst="rect">
            <a:avLst/>
          </a:prstGeom>
          <a:noFill/>
          <a:ln>
            <a:noFill/>
          </a:ln>
        </p:spPr>
      </p:pic>
      <p:sp>
        <p:nvSpPr>
          <p:cNvPr id="66" name="Google Shape;66;p17"/>
          <p:cNvSpPr txBox="1"/>
          <p:nvPr>
            <p:ph idx="11" type="ftr"/>
          </p:nvPr>
        </p:nvSpPr>
        <p:spPr>
          <a:xfrm>
            <a:off x="27432" y="4818888"/>
            <a:ext cx="3086100" cy="274637"/>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800">
                <a:solidFill>
                  <a:srgbClr val="7D8B99"/>
                </a:solidFill>
                <a:latin typeface="Archivo"/>
                <a:ea typeface="Archivo"/>
                <a:cs typeface="Archivo"/>
                <a:sym typeface="Archivo"/>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_One">
  <p:cSld name="Intro_One">
    <p:spTree>
      <p:nvGrpSpPr>
        <p:cNvPr id="67" name="Shape 67"/>
        <p:cNvGrpSpPr/>
        <p:nvPr/>
      </p:nvGrpSpPr>
      <p:grpSpPr>
        <a:xfrm>
          <a:off x="0" y="0"/>
          <a:ext cx="0" cy="0"/>
          <a:chOff x="0" y="0"/>
          <a:chExt cx="0" cy="0"/>
        </a:xfrm>
      </p:grpSpPr>
      <p:pic>
        <p:nvPicPr>
          <p:cNvPr id="68" name="Google Shape;68;p18"/>
          <p:cNvPicPr preferRelativeResize="0"/>
          <p:nvPr/>
        </p:nvPicPr>
        <p:blipFill rotWithShape="1">
          <a:blip r:embed="rId2">
            <a:alphaModFix/>
          </a:blip>
          <a:srcRect b="18082" l="0" r="18630" t="0"/>
          <a:stretch/>
        </p:blipFill>
        <p:spPr>
          <a:xfrm>
            <a:off x="-1" y="1"/>
            <a:ext cx="9144001" cy="5143499"/>
          </a:xfrm>
          <a:prstGeom prst="rect">
            <a:avLst/>
          </a:prstGeom>
          <a:noFill/>
          <a:ln>
            <a:noFill/>
          </a:ln>
        </p:spPr>
      </p:pic>
      <p:sp>
        <p:nvSpPr>
          <p:cNvPr id="69" name="Google Shape;69;p18"/>
          <p:cNvSpPr/>
          <p:nvPr>
            <p:ph idx="2" type="pic"/>
          </p:nvPr>
        </p:nvSpPr>
        <p:spPr>
          <a:xfrm>
            <a:off x="2067336" y="1428750"/>
            <a:ext cx="2286000" cy="2286000"/>
          </a:xfrm>
          <a:prstGeom prst="roundRect">
            <a:avLst>
              <a:gd fmla="val 1846" name="adj"/>
            </a:avLst>
          </a:prstGeom>
          <a:solidFill>
            <a:srgbClr val="7D8B99"/>
          </a:solidFill>
          <a:ln cap="flat" cmpd="sng" w="19050">
            <a:solidFill>
              <a:schemeClr val="lt1"/>
            </a:solidFill>
            <a:prstDash val="solid"/>
            <a:round/>
            <a:headEnd len="sm" w="sm" type="none"/>
            <a:tailEnd len="sm" w="sm" type="none"/>
          </a:ln>
        </p:spPr>
      </p:sp>
      <p:sp>
        <p:nvSpPr>
          <p:cNvPr id="70" name="Google Shape;70;p18"/>
          <p:cNvSpPr txBox="1"/>
          <p:nvPr>
            <p:ph idx="1" type="body"/>
          </p:nvPr>
        </p:nvSpPr>
        <p:spPr>
          <a:xfrm>
            <a:off x="4589219" y="2102713"/>
            <a:ext cx="3794760" cy="424732"/>
          </a:xfrm>
          <a:prstGeom prst="rect">
            <a:avLst/>
          </a:prstGeom>
          <a:noFill/>
          <a:ln>
            <a:noFill/>
          </a:ln>
        </p:spPr>
        <p:txBody>
          <a:bodyPr anchorCtr="0" anchor="b" bIns="45700" lIns="91425" spcFirstLastPara="1" rIns="91425" wrap="square" tIns="45700">
            <a:spAutoFit/>
          </a:bodyPr>
          <a:lstStyle>
            <a:lvl1pPr indent="-228600" lvl="0" marL="457200" algn="l">
              <a:lnSpc>
                <a:spcPct val="90000"/>
              </a:lnSpc>
              <a:spcBef>
                <a:spcPts val="0"/>
              </a:spcBef>
              <a:spcAft>
                <a:spcPts val="0"/>
              </a:spcAft>
              <a:buSzPts val="2400"/>
              <a:buFont typeface="Archivo"/>
              <a:buNone/>
              <a:defRPr b="1" sz="2400">
                <a:solidFill>
                  <a:srgbClr val="0F2E66"/>
                </a:solidFill>
                <a:latin typeface="Archivo"/>
                <a:ea typeface="Archivo"/>
                <a:cs typeface="Archivo"/>
                <a:sym typeface="Archivo"/>
              </a:defRPr>
            </a:lvl1pPr>
            <a:lvl2pPr indent="-228600" lvl="1" marL="914400" algn="l">
              <a:lnSpc>
                <a:spcPct val="100000"/>
              </a:lnSpc>
              <a:spcBef>
                <a:spcPts val="600"/>
              </a:spcBef>
              <a:spcAft>
                <a:spcPts val="0"/>
              </a:spcAft>
              <a:buSzPts val="1100"/>
              <a:buFont typeface="Archivo"/>
              <a:buNone/>
              <a:defRPr sz="1100"/>
            </a:lvl2pPr>
            <a:lvl3pPr indent="-228600" lvl="2" marL="1371600" algn="l">
              <a:lnSpc>
                <a:spcPct val="100000"/>
              </a:lnSpc>
              <a:spcBef>
                <a:spcPts val="600"/>
              </a:spcBef>
              <a:spcAft>
                <a:spcPts val="0"/>
              </a:spcAft>
              <a:buSzPts val="1100"/>
              <a:buFont typeface="Archivo"/>
              <a:buNone/>
              <a:defRPr sz="1100"/>
            </a:lvl3pPr>
            <a:lvl4pPr indent="-228600" lvl="3" marL="1828800" algn="l">
              <a:spcBef>
                <a:spcPts val="600"/>
              </a:spcBef>
              <a:spcAft>
                <a:spcPts val="0"/>
              </a:spcAft>
              <a:buSzPts val="1100"/>
              <a:buFont typeface="Arial"/>
              <a:buNone/>
              <a:defRPr sz="1100"/>
            </a:lvl4pPr>
            <a:lvl5pPr indent="-228600" lvl="4" marL="2286000" algn="l">
              <a:spcBef>
                <a:spcPts val="220"/>
              </a:spcBef>
              <a:spcAft>
                <a:spcPts val="0"/>
              </a:spcAft>
              <a:buSzPts val="1100"/>
              <a:buFont typeface="Arial"/>
              <a:buNone/>
              <a:defRPr sz="11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8"/>
          <p:cNvSpPr txBox="1"/>
          <p:nvPr>
            <p:ph idx="3" type="body"/>
          </p:nvPr>
        </p:nvSpPr>
        <p:spPr>
          <a:xfrm>
            <a:off x="4589219" y="2452176"/>
            <a:ext cx="3794760" cy="369332"/>
          </a:xfrm>
          <a:prstGeom prst="rect">
            <a:avLst/>
          </a:prstGeom>
          <a:noFill/>
          <a:ln>
            <a:noFill/>
          </a:ln>
        </p:spPr>
        <p:txBody>
          <a:bodyPr anchorCtr="0" anchor="t" bIns="45700" lIns="91425" spcFirstLastPara="1" rIns="91425" wrap="square" tIns="45700">
            <a:spAutoFit/>
          </a:bodyPr>
          <a:lstStyle>
            <a:lvl1pPr indent="-228600" lvl="0" marL="457200" algn="l">
              <a:lnSpc>
                <a:spcPct val="100000"/>
              </a:lnSpc>
              <a:spcBef>
                <a:spcPts val="0"/>
              </a:spcBef>
              <a:spcAft>
                <a:spcPts val="0"/>
              </a:spcAft>
              <a:buSzPts val="1800"/>
              <a:buFont typeface="Archivo"/>
              <a:buNone/>
              <a:defRPr b="0" sz="1800">
                <a:solidFill>
                  <a:srgbClr val="0F2E66"/>
                </a:solidFill>
                <a:latin typeface="Archivo"/>
                <a:ea typeface="Archivo"/>
                <a:cs typeface="Archivo"/>
                <a:sym typeface="Archivo"/>
              </a:defRPr>
            </a:lvl1pPr>
            <a:lvl2pPr indent="-228600" lvl="1" marL="914400" algn="l">
              <a:lnSpc>
                <a:spcPct val="100000"/>
              </a:lnSpc>
              <a:spcBef>
                <a:spcPts val="600"/>
              </a:spcBef>
              <a:spcAft>
                <a:spcPts val="0"/>
              </a:spcAft>
              <a:buSzPts val="1100"/>
              <a:buFont typeface="Archivo"/>
              <a:buNone/>
              <a:defRPr sz="1100"/>
            </a:lvl2pPr>
            <a:lvl3pPr indent="-228600" lvl="2" marL="1371600" algn="l">
              <a:lnSpc>
                <a:spcPct val="100000"/>
              </a:lnSpc>
              <a:spcBef>
                <a:spcPts val="600"/>
              </a:spcBef>
              <a:spcAft>
                <a:spcPts val="0"/>
              </a:spcAft>
              <a:buSzPts val="1100"/>
              <a:buFont typeface="Archivo"/>
              <a:buNone/>
              <a:defRPr sz="1100"/>
            </a:lvl3pPr>
            <a:lvl4pPr indent="-228600" lvl="3" marL="1828800" algn="l">
              <a:spcBef>
                <a:spcPts val="600"/>
              </a:spcBef>
              <a:spcAft>
                <a:spcPts val="0"/>
              </a:spcAft>
              <a:buSzPts val="1100"/>
              <a:buFont typeface="Arial"/>
              <a:buNone/>
              <a:defRPr sz="1100"/>
            </a:lvl4pPr>
            <a:lvl5pPr indent="-228600" lvl="4" marL="2286000" algn="l">
              <a:spcBef>
                <a:spcPts val="220"/>
              </a:spcBef>
              <a:spcAft>
                <a:spcPts val="0"/>
              </a:spcAft>
              <a:buSzPts val="1100"/>
              <a:buFont typeface="Arial"/>
              <a:buNone/>
              <a:defRPr sz="11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2" name="Google Shape;72;p18"/>
          <p:cNvSpPr txBox="1"/>
          <p:nvPr>
            <p:ph idx="11" type="ftr"/>
          </p:nvPr>
        </p:nvSpPr>
        <p:spPr>
          <a:xfrm>
            <a:off x="27432" y="4818888"/>
            <a:ext cx="3086100" cy="274637"/>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800">
                <a:solidFill>
                  <a:srgbClr val="7D8B99"/>
                </a:solidFill>
                <a:latin typeface="Archivo"/>
                <a:ea typeface="Archivo"/>
                <a:cs typeface="Archivo"/>
                <a:sym typeface="Archivo"/>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73" name="Google Shape;73;p18"/>
          <p:cNvSpPr txBox="1"/>
          <p:nvPr>
            <p:ph idx="4" type="body"/>
          </p:nvPr>
        </p:nvSpPr>
        <p:spPr>
          <a:xfrm>
            <a:off x="4589220" y="2834104"/>
            <a:ext cx="3794760" cy="276999"/>
          </a:xfrm>
          <a:prstGeom prst="rect">
            <a:avLst/>
          </a:prstGeom>
          <a:noFill/>
          <a:ln>
            <a:noFill/>
          </a:ln>
        </p:spPr>
        <p:txBody>
          <a:bodyPr anchorCtr="0" anchor="t" bIns="45700" lIns="91425" spcFirstLastPara="1" rIns="91425" wrap="square" tIns="45700">
            <a:spAutoFit/>
          </a:bodyPr>
          <a:lstStyle>
            <a:lvl1pPr indent="-228600" lvl="0" marL="457200" algn="l">
              <a:lnSpc>
                <a:spcPct val="100000"/>
              </a:lnSpc>
              <a:spcBef>
                <a:spcPts val="600"/>
              </a:spcBef>
              <a:spcAft>
                <a:spcPts val="0"/>
              </a:spcAft>
              <a:buSzPts val="1200"/>
              <a:buFont typeface="Archivo"/>
              <a:buNone/>
              <a:defRPr b="0" i="0" sz="1200">
                <a:solidFill>
                  <a:schemeClr val="dk2"/>
                </a:solidFill>
                <a:latin typeface="Archivo"/>
                <a:ea typeface="Archivo"/>
                <a:cs typeface="Archivo"/>
                <a:sym typeface="Archivo"/>
              </a:defRPr>
            </a:lvl1pPr>
            <a:lvl2pPr indent="-228600" lvl="1" marL="914400" algn="l">
              <a:lnSpc>
                <a:spcPct val="100000"/>
              </a:lnSpc>
              <a:spcBef>
                <a:spcPts val="600"/>
              </a:spcBef>
              <a:spcAft>
                <a:spcPts val="0"/>
              </a:spcAft>
              <a:buSzPts val="1100"/>
              <a:buFont typeface="Archivo"/>
              <a:buNone/>
              <a:defRPr sz="1100"/>
            </a:lvl2pPr>
            <a:lvl3pPr indent="-228600" lvl="2" marL="1371600" algn="l">
              <a:lnSpc>
                <a:spcPct val="100000"/>
              </a:lnSpc>
              <a:spcBef>
                <a:spcPts val="600"/>
              </a:spcBef>
              <a:spcAft>
                <a:spcPts val="0"/>
              </a:spcAft>
              <a:buSzPts val="1100"/>
              <a:buFont typeface="Archivo"/>
              <a:buNone/>
              <a:defRPr sz="1100"/>
            </a:lvl3pPr>
            <a:lvl4pPr indent="-228600" lvl="3" marL="1828800" algn="l">
              <a:spcBef>
                <a:spcPts val="600"/>
              </a:spcBef>
              <a:spcAft>
                <a:spcPts val="0"/>
              </a:spcAft>
              <a:buSzPts val="1100"/>
              <a:buFont typeface="Arial"/>
              <a:buNone/>
              <a:defRPr sz="1100"/>
            </a:lvl4pPr>
            <a:lvl5pPr indent="-228600" lvl="4" marL="2286000" algn="l">
              <a:spcBef>
                <a:spcPts val="220"/>
              </a:spcBef>
              <a:spcAft>
                <a:spcPts val="0"/>
              </a:spcAft>
              <a:buSzPts val="1100"/>
              <a:buFont typeface="Arial"/>
              <a:buNone/>
              <a:defRPr sz="11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_Two">
  <p:cSld name="Intro_Two">
    <p:spTree>
      <p:nvGrpSpPr>
        <p:cNvPr id="74" name="Shape 74"/>
        <p:cNvGrpSpPr/>
        <p:nvPr/>
      </p:nvGrpSpPr>
      <p:grpSpPr>
        <a:xfrm>
          <a:off x="0" y="0"/>
          <a:ext cx="0" cy="0"/>
          <a:chOff x="0" y="0"/>
          <a:chExt cx="0" cy="0"/>
        </a:xfrm>
      </p:grpSpPr>
      <p:pic>
        <p:nvPicPr>
          <p:cNvPr id="75" name="Google Shape;75;p19"/>
          <p:cNvPicPr preferRelativeResize="0"/>
          <p:nvPr/>
        </p:nvPicPr>
        <p:blipFill rotWithShape="1">
          <a:blip r:embed="rId2">
            <a:alphaModFix/>
          </a:blip>
          <a:srcRect b="18082" l="0" r="18630" t="0"/>
          <a:stretch/>
        </p:blipFill>
        <p:spPr>
          <a:xfrm>
            <a:off x="-1" y="1"/>
            <a:ext cx="9144001" cy="5143499"/>
          </a:xfrm>
          <a:prstGeom prst="rect">
            <a:avLst/>
          </a:prstGeom>
          <a:noFill/>
          <a:ln>
            <a:noFill/>
          </a:ln>
        </p:spPr>
      </p:pic>
      <p:sp>
        <p:nvSpPr>
          <p:cNvPr id="76" name="Google Shape;76;p19"/>
          <p:cNvSpPr/>
          <p:nvPr>
            <p:ph idx="2" type="pic"/>
          </p:nvPr>
        </p:nvSpPr>
        <p:spPr>
          <a:xfrm>
            <a:off x="5299075" y="1112456"/>
            <a:ext cx="2003425" cy="2003425"/>
          </a:xfrm>
          <a:prstGeom prst="roundRect">
            <a:avLst>
              <a:gd fmla="val 1846" name="adj"/>
            </a:avLst>
          </a:prstGeom>
          <a:solidFill>
            <a:srgbClr val="7D8B99"/>
          </a:solidFill>
          <a:ln cap="flat" cmpd="sng" w="19050">
            <a:solidFill>
              <a:schemeClr val="lt1"/>
            </a:solidFill>
            <a:prstDash val="solid"/>
            <a:round/>
            <a:headEnd len="sm" w="sm" type="none"/>
            <a:tailEnd len="sm" w="sm" type="none"/>
          </a:ln>
        </p:spPr>
      </p:sp>
      <p:sp>
        <p:nvSpPr>
          <p:cNvPr id="77" name="Google Shape;77;p19"/>
          <p:cNvSpPr/>
          <p:nvPr>
            <p:ph idx="3" type="pic"/>
          </p:nvPr>
        </p:nvSpPr>
        <p:spPr>
          <a:xfrm>
            <a:off x="1841501" y="1112456"/>
            <a:ext cx="2003425" cy="2003425"/>
          </a:xfrm>
          <a:prstGeom prst="roundRect">
            <a:avLst>
              <a:gd fmla="val 1846" name="adj"/>
            </a:avLst>
          </a:prstGeom>
          <a:solidFill>
            <a:srgbClr val="7D8B99"/>
          </a:solidFill>
          <a:ln cap="flat" cmpd="sng" w="19050">
            <a:solidFill>
              <a:schemeClr val="lt1"/>
            </a:solidFill>
            <a:prstDash val="solid"/>
            <a:round/>
            <a:headEnd len="sm" w="sm" type="none"/>
            <a:tailEnd len="sm" w="sm" type="none"/>
          </a:ln>
        </p:spPr>
      </p:sp>
      <p:sp>
        <p:nvSpPr>
          <p:cNvPr id="78" name="Google Shape;78;p19"/>
          <p:cNvSpPr txBox="1"/>
          <p:nvPr>
            <p:ph idx="1" type="body"/>
          </p:nvPr>
        </p:nvSpPr>
        <p:spPr>
          <a:xfrm>
            <a:off x="1651026" y="3243238"/>
            <a:ext cx="2386584" cy="369332"/>
          </a:xfrm>
          <a:prstGeom prst="rect">
            <a:avLst/>
          </a:prstGeom>
          <a:noFill/>
          <a:ln>
            <a:noFill/>
          </a:ln>
        </p:spPr>
        <p:txBody>
          <a:bodyPr anchorCtr="0" anchor="t" bIns="45700" lIns="91425" spcFirstLastPara="1" rIns="91425" wrap="square" tIns="45700">
            <a:spAutoFit/>
          </a:bodyPr>
          <a:lstStyle>
            <a:lvl1pPr indent="-228600" lvl="0" marL="457200" algn="ctr">
              <a:lnSpc>
                <a:spcPct val="100000"/>
              </a:lnSpc>
              <a:spcBef>
                <a:spcPts val="0"/>
              </a:spcBef>
              <a:spcAft>
                <a:spcPts val="0"/>
              </a:spcAft>
              <a:buSzPts val="1800"/>
              <a:buFont typeface="Archivo"/>
              <a:buNone/>
              <a:defRPr b="1" sz="1800">
                <a:solidFill>
                  <a:srgbClr val="0F2E66"/>
                </a:solidFill>
                <a:latin typeface="Archivo"/>
                <a:ea typeface="Archivo"/>
                <a:cs typeface="Archivo"/>
                <a:sym typeface="Archivo"/>
              </a:defRPr>
            </a:lvl1pPr>
            <a:lvl2pPr indent="-228600" lvl="1" marL="914400" algn="l">
              <a:lnSpc>
                <a:spcPct val="100000"/>
              </a:lnSpc>
              <a:spcBef>
                <a:spcPts val="600"/>
              </a:spcBef>
              <a:spcAft>
                <a:spcPts val="0"/>
              </a:spcAft>
              <a:buSzPts val="1100"/>
              <a:buFont typeface="Archivo"/>
              <a:buNone/>
              <a:defRPr sz="1100"/>
            </a:lvl2pPr>
            <a:lvl3pPr indent="-228600" lvl="2" marL="1371600" algn="l">
              <a:lnSpc>
                <a:spcPct val="100000"/>
              </a:lnSpc>
              <a:spcBef>
                <a:spcPts val="600"/>
              </a:spcBef>
              <a:spcAft>
                <a:spcPts val="0"/>
              </a:spcAft>
              <a:buSzPts val="1100"/>
              <a:buFont typeface="Archivo"/>
              <a:buNone/>
              <a:defRPr sz="1100"/>
            </a:lvl3pPr>
            <a:lvl4pPr indent="-228600" lvl="3" marL="1828800" algn="l">
              <a:spcBef>
                <a:spcPts val="600"/>
              </a:spcBef>
              <a:spcAft>
                <a:spcPts val="0"/>
              </a:spcAft>
              <a:buSzPts val="1100"/>
              <a:buFont typeface="Arial"/>
              <a:buNone/>
              <a:defRPr sz="1100"/>
            </a:lvl4pPr>
            <a:lvl5pPr indent="-228600" lvl="4" marL="2286000" algn="l">
              <a:spcBef>
                <a:spcPts val="220"/>
              </a:spcBef>
              <a:spcAft>
                <a:spcPts val="0"/>
              </a:spcAft>
              <a:buSzPts val="1100"/>
              <a:buFont typeface="Arial"/>
              <a:buNone/>
              <a:defRPr sz="11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9" name="Google Shape;79;p19"/>
          <p:cNvSpPr txBox="1"/>
          <p:nvPr>
            <p:ph idx="4" type="body"/>
          </p:nvPr>
        </p:nvSpPr>
        <p:spPr>
          <a:xfrm>
            <a:off x="1651026" y="3556117"/>
            <a:ext cx="2386584" cy="307777"/>
          </a:xfrm>
          <a:prstGeom prst="rect">
            <a:avLst/>
          </a:prstGeom>
          <a:noFill/>
          <a:ln>
            <a:noFill/>
          </a:ln>
        </p:spPr>
        <p:txBody>
          <a:bodyPr anchorCtr="0" anchor="t" bIns="45700" lIns="91425" spcFirstLastPara="1" rIns="91425" wrap="square" tIns="45700">
            <a:spAutoFit/>
          </a:bodyPr>
          <a:lstStyle>
            <a:lvl1pPr indent="-228600" lvl="0" marL="457200" algn="ctr">
              <a:lnSpc>
                <a:spcPct val="100000"/>
              </a:lnSpc>
              <a:spcBef>
                <a:spcPts val="0"/>
              </a:spcBef>
              <a:spcAft>
                <a:spcPts val="0"/>
              </a:spcAft>
              <a:buSzPts val="1400"/>
              <a:buFont typeface="Archivo"/>
              <a:buNone/>
              <a:defRPr b="0" sz="1400">
                <a:solidFill>
                  <a:srgbClr val="0F2E66"/>
                </a:solidFill>
                <a:latin typeface="Archivo"/>
                <a:ea typeface="Archivo"/>
                <a:cs typeface="Archivo"/>
                <a:sym typeface="Archivo"/>
              </a:defRPr>
            </a:lvl1pPr>
            <a:lvl2pPr indent="-228600" lvl="1" marL="914400" algn="l">
              <a:lnSpc>
                <a:spcPct val="100000"/>
              </a:lnSpc>
              <a:spcBef>
                <a:spcPts val="600"/>
              </a:spcBef>
              <a:spcAft>
                <a:spcPts val="0"/>
              </a:spcAft>
              <a:buSzPts val="1100"/>
              <a:buFont typeface="Archivo"/>
              <a:buNone/>
              <a:defRPr sz="1100"/>
            </a:lvl2pPr>
            <a:lvl3pPr indent="-228600" lvl="2" marL="1371600" algn="l">
              <a:lnSpc>
                <a:spcPct val="100000"/>
              </a:lnSpc>
              <a:spcBef>
                <a:spcPts val="600"/>
              </a:spcBef>
              <a:spcAft>
                <a:spcPts val="0"/>
              </a:spcAft>
              <a:buSzPts val="1100"/>
              <a:buFont typeface="Archivo"/>
              <a:buNone/>
              <a:defRPr sz="1100"/>
            </a:lvl3pPr>
            <a:lvl4pPr indent="-228600" lvl="3" marL="1828800" algn="l">
              <a:spcBef>
                <a:spcPts val="600"/>
              </a:spcBef>
              <a:spcAft>
                <a:spcPts val="0"/>
              </a:spcAft>
              <a:buSzPts val="1100"/>
              <a:buFont typeface="Arial"/>
              <a:buNone/>
              <a:defRPr sz="1100"/>
            </a:lvl4pPr>
            <a:lvl5pPr indent="-228600" lvl="4" marL="2286000" algn="l">
              <a:spcBef>
                <a:spcPts val="220"/>
              </a:spcBef>
              <a:spcAft>
                <a:spcPts val="0"/>
              </a:spcAft>
              <a:buSzPts val="1100"/>
              <a:buFont typeface="Arial"/>
              <a:buNone/>
              <a:defRPr sz="11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0" name="Google Shape;80;p19"/>
          <p:cNvSpPr txBox="1"/>
          <p:nvPr>
            <p:ph idx="5" type="body"/>
          </p:nvPr>
        </p:nvSpPr>
        <p:spPr>
          <a:xfrm>
            <a:off x="5107691" y="3243238"/>
            <a:ext cx="2386584" cy="369332"/>
          </a:xfrm>
          <a:prstGeom prst="rect">
            <a:avLst/>
          </a:prstGeom>
          <a:noFill/>
          <a:ln>
            <a:noFill/>
          </a:ln>
        </p:spPr>
        <p:txBody>
          <a:bodyPr anchorCtr="0" anchor="t" bIns="45700" lIns="91425" spcFirstLastPara="1" rIns="91425" wrap="square" tIns="45700">
            <a:spAutoFit/>
          </a:bodyPr>
          <a:lstStyle>
            <a:lvl1pPr indent="-228600" lvl="0" marL="457200" algn="ctr">
              <a:lnSpc>
                <a:spcPct val="100000"/>
              </a:lnSpc>
              <a:spcBef>
                <a:spcPts val="0"/>
              </a:spcBef>
              <a:spcAft>
                <a:spcPts val="0"/>
              </a:spcAft>
              <a:buSzPts val="1800"/>
              <a:buFont typeface="Archivo"/>
              <a:buNone/>
              <a:defRPr b="1" sz="1800">
                <a:solidFill>
                  <a:srgbClr val="0F2E66"/>
                </a:solidFill>
                <a:latin typeface="Archivo"/>
                <a:ea typeface="Archivo"/>
                <a:cs typeface="Archivo"/>
                <a:sym typeface="Archivo"/>
              </a:defRPr>
            </a:lvl1pPr>
            <a:lvl2pPr indent="-228600" lvl="1" marL="914400" algn="l">
              <a:lnSpc>
                <a:spcPct val="100000"/>
              </a:lnSpc>
              <a:spcBef>
                <a:spcPts val="600"/>
              </a:spcBef>
              <a:spcAft>
                <a:spcPts val="0"/>
              </a:spcAft>
              <a:buSzPts val="1100"/>
              <a:buFont typeface="Archivo"/>
              <a:buNone/>
              <a:defRPr sz="1100"/>
            </a:lvl2pPr>
            <a:lvl3pPr indent="-228600" lvl="2" marL="1371600" algn="l">
              <a:lnSpc>
                <a:spcPct val="100000"/>
              </a:lnSpc>
              <a:spcBef>
                <a:spcPts val="600"/>
              </a:spcBef>
              <a:spcAft>
                <a:spcPts val="0"/>
              </a:spcAft>
              <a:buSzPts val="1100"/>
              <a:buFont typeface="Archivo"/>
              <a:buNone/>
              <a:defRPr sz="1100"/>
            </a:lvl3pPr>
            <a:lvl4pPr indent="-228600" lvl="3" marL="1828800" algn="l">
              <a:spcBef>
                <a:spcPts val="600"/>
              </a:spcBef>
              <a:spcAft>
                <a:spcPts val="0"/>
              </a:spcAft>
              <a:buSzPts val="1100"/>
              <a:buFont typeface="Arial"/>
              <a:buNone/>
              <a:defRPr sz="1100"/>
            </a:lvl4pPr>
            <a:lvl5pPr indent="-228600" lvl="4" marL="2286000" algn="l">
              <a:spcBef>
                <a:spcPts val="220"/>
              </a:spcBef>
              <a:spcAft>
                <a:spcPts val="0"/>
              </a:spcAft>
              <a:buSzPts val="1100"/>
              <a:buFont typeface="Arial"/>
              <a:buNone/>
              <a:defRPr sz="11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19"/>
          <p:cNvSpPr txBox="1"/>
          <p:nvPr>
            <p:ph idx="6" type="body"/>
          </p:nvPr>
        </p:nvSpPr>
        <p:spPr>
          <a:xfrm>
            <a:off x="5107691" y="3556117"/>
            <a:ext cx="2386584" cy="307777"/>
          </a:xfrm>
          <a:prstGeom prst="rect">
            <a:avLst/>
          </a:prstGeom>
          <a:noFill/>
          <a:ln>
            <a:noFill/>
          </a:ln>
        </p:spPr>
        <p:txBody>
          <a:bodyPr anchorCtr="0" anchor="t" bIns="45700" lIns="91425" spcFirstLastPara="1" rIns="91425" wrap="square" tIns="45700">
            <a:spAutoFit/>
          </a:bodyPr>
          <a:lstStyle>
            <a:lvl1pPr indent="-228600" lvl="0" marL="457200" algn="ctr">
              <a:lnSpc>
                <a:spcPct val="100000"/>
              </a:lnSpc>
              <a:spcBef>
                <a:spcPts val="0"/>
              </a:spcBef>
              <a:spcAft>
                <a:spcPts val="0"/>
              </a:spcAft>
              <a:buSzPts val="1400"/>
              <a:buFont typeface="Archivo"/>
              <a:buNone/>
              <a:defRPr b="0" sz="1400">
                <a:solidFill>
                  <a:srgbClr val="0F2E66"/>
                </a:solidFill>
                <a:latin typeface="Archivo"/>
                <a:ea typeface="Archivo"/>
                <a:cs typeface="Archivo"/>
                <a:sym typeface="Archivo"/>
              </a:defRPr>
            </a:lvl1pPr>
            <a:lvl2pPr indent="-228600" lvl="1" marL="914400" algn="l">
              <a:lnSpc>
                <a:spcPct val="100000"/>
              </a:lnSpc>
              <a:spcBef>
                <a:spcPts val="600"/>
              </a:spcBef>
              <a:spcAft>
                <a:spcPts val="0"/>
              </a:spcAft>
              <a:buSzPts val="1100"/>
              <a:buFont typeface="Archivo"/>
              <a:buNone/>
              <a:defRPr sz="1100"/>
            </a:lvl2pPr>
            <a:lvl3pPr indent="-228600" lvl="2" marL="1371600" algn="l">
              <a:lnSpc>
                <a:spcPct val="100000"/>
              </a:lnSpc>
              <a:spcBef>
                <a:spcPts val="600"/>
              </a:spcBef>
              <a:spcAft>
                <a:spcPts val="0"/>
              </a:spcAft>
              <a:buSzPts val="1100"/>
              <a:buFont typeface="Archivo"/>
              <a:buNone/>
              <a:defRPr sz="1100"/>
            </a:lvl3pPr>
            <a:lvl4pPr indent="-228600" lvl="3" marL="1828800" algn="l">
              <a:spcBef>
                <a:spcPts val="600"/>
              </a:spcBef>
              <a:spcAft>
                <a:spcPts val="0"/>
              </a:spcAft>
              <a:buSzPts val="1100"/>
              <a:buFont typeface="Arial"/>
              <a:buNone/>
              <a:defRPr sz="1100"/>
            </a:lvl4pPr>
            <a:lvl5pPr indent="-228600" lvl="4" marL="2286000" algn="l">
              <a:spcBef>
                <a:spcPts val="220"/>
              </a:spcBef>
              <a:spcAft>
                <a:spcPts val="0"/>
              </a:spcAft>
              <a:buSzPts val="1100"/>
              <a:buFont typeface="Arial"/>
              <a:buNone/>
              <a:defRPr sz="11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2" name="Google Shape;82;p19"/>
          <p:cNvSpPr txBox="1"/>
          <p:nvPr>
            <p:ph idx="11" type="ftr"/>
          </p:nvPr>
        </p:nvSpPr>
        <p:spPr>
          <a:xfrm>
            <a:off x="27432" y="4818888"/>
            <a:ext cx="3086100" cy="274637"/>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800">
                <a:solidFill>
                  <a:srgbClr val="7D8B99"/>
                </a:solidFill>
                <a:latin typeface="Archivo"/>
                <a:ea typeface="Archivo"/>
                <a:cs typeface="Archivo"/>
                <a:sym typeface="Archivo"/>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3" name="Google Shape;83;p19"/>
          <p:cNvSpPr txBox="1"/>
          <p:nvPr>
            <p:ph idx="7" type="body"/>
          </p:nvPr>
        </p:nvSpPr>
        <p:spPr>
          <a:xfrm>
            <a:off x="1651026" y="3924139"/>
            <a:ext cx="2386584" cy="261610"/>
          </a:xfrm>
          <a:prstGeom prst="rect">
            <a:avLst/>
          </a:prstGeom>
          <a:noFill/>
          <a:ln>
            <a:noFill/>
          </a:ln>
        </p:spPr>
        <p:txBody>
          <a:bodyPr anchorCtr="0" anchor="t" bIns="45700" lIns="91425" spcFirstLastPara="1" rIns="91425" wrap="square" tIns="45700">
            <a:spAutoFit/>
          </a:bodyPr>
          <a:lstStyle>
            <a:lvl1pPr indent="-228600" lvl="0" marL="457200" algn="ctr">
              <a:lnSpc>
                <a:spcPct val="100000"/>
              </a:lnSpc>
              <a:spcBef>
                <a:spcPts val="600"/>
              </a:spcBef>
              <a:spcAft>
                <a:spcPts val="0"/>
              </a:spcAft>
              <a:buSzPts val="1100"/>
              <a:buNone/>
              <a:defRPr sz="1100">
                <a:solidFill>
                  <a:schemeClr val="dk2"/>
                </a:solidFill>
              </a:defRPr>
            </a:lvl1pPr>
            <a:lvl2pPr indent="-228600" lvl="1" marL="914400" algn="l">
              <a:lnSpc>
                <a:spcPct val="100000"/>
              </a:lnSpc>
              <a:spcBef>
                <a:spcPts val="600"/>
              </a:spcBef>
              <a:spcAft>
                <a:spcPts val="0"/>
              </a:spcAft>
              <a:buSzPts val="1800"/>
              <a:buNone/>
              <a:defRPr/>
            </a:lvl2pPr>
            <a:lvl3pPr indent="-228600" lvl="2" marL="1371600" algn="l">
              <a:lnSpc>
                <a:spcPct val="100000"/>
              </a:lnSpc>
              <a:spcBef>
                <a:spcPts val="600"/>
              </a:spcBef>
              <a:spcAft>
                <a:spcPts val="0"/>
              </a:spcAft>
              <a:buSzPts val="1800"/>
              <a:buNone/>
              <a:defRPr/>
            </a:lvl3pPr>
            <a:lvl4pPr indent="-342900" lvl="3" marL="1828800" algn="l">
              <a:spcBef>
                <a:spcPts val="60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4" name="Google Shape;84;p19"/>
          <p:cNvSpPr txBox="1"/>
          <p:nvPr>
            <p:ph idx="8" type="body"/>
          </p:nvPr>
        </p:nvSpPr>
        <p:spPr>
          <a:xfrm>
            <a:off x="5107691" y="3924139"/>
            <a:ext cx="2386584" cy="261610"/>
          </a:xfrm>
          <a:prstGeom prst="rect">
            <a:avLst/>
          </a:prstGeom>
          <a:noFill/>
          <a:ln>
            <a:noFill/>
          </a:ln>
        </p:spPr>
        <p:txBody>
          <a:bodyPr anchorCtr="0" anchor="t" bIns="45700" lIns="91425" spcFirstLastPara="1" rIns="91425" wrap="square" tIns="45700">
            <a:spAutoFit/>
          </a:bodyPr>
          <a:lstStyle>
            <a:lvl1pPr indent="-228600" lvl="0" marL="457200" algn="ctr">
              <a:lnSpc>
                <a:spcPct val="100000"/>
              </a:lnSpc>
              <a:spcBef>
                <a:spcPts val="600"/>
              </a:spcBef>
              <a:spcAft>
                <a:spcPts val="0"/>
              </a:spcAft>
              <a:buSzPts val="1100"/>
              <a:buNone/>
              <a:defRPr sz="1100">
                <a:solidFill>
                  <a:schemeClr val="dk2"/>
                </a:solidFill>
              </a:defRPr>
            </a:lvl1pPr>
            <a:lvl2pPr indent="-228600" lvl="1" marL="914400" algn="l">
              <a:lnSpc>
                <a:spcPct val="100000"/>
              </a:lnSpc>
              <a:spcBef>
                <a:spcPts val="600"/>
              </a:spcBef>
              <a:spcAft>
                <a:spcPts val="0"/>
              </a:spcAft>
              <a:buSzPts val="1800"/>
              <a:buNone/>
              <a:defRPr/>
            </a:lvl2pPr>
            <a:lvl3pPr indent="-228600" lvl="2" marL="1371600" algn="l">
              <a:lnSpc>
                <a:spcPct val="100000"/>
              </a:lnSpc>
              <a:spcBef>
                <a:spcPts val="600"/>
              </a:spcBef>
              <a:spcAft>
                <a:spcPts val="0"/>
              </a:spcAft>
              <a:buSzPts val="1800"/>
              <a:buNone/>
              <a:defRPr/>
            </a:lvl3pPr>
            <a:lvl4pPr indent="-342900" lvl="3" marL="1828800" algn="l">
              <a:spcBef>
                <a:spcPts val="60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_Three">
  <p:cSld name="Intro_Three">
    <p:spTree>
      <p:nvGrpSpPr>
        <p:cNvPr id="85" name="Shape 85"/>
        <p:cNvGrpSpPr/>
        <p:nvPr/>
      </p:nvGrpSpPr>
      <p:grpSpPr>
        <a:xfrm>
          <a:off x="0" y="0"/>
          <a:ext cx="0" cy="0"/>
          <a:chOff x="0" y="0"/>
          <a:chExt cx="0" cy="0"/>
        </a:xfrm>
      </p:grpSpPr>
      <p:pic>
        <p:nvPicPr>
          <p:cNvPr id="86" name="Google Shape;86;p20"/>
          <p:cNvPicPr preferRelativeResize="0"/>
          <p:nvPr/>
        </p:nvPicPr>
        <p:blipFill rotWithShape="1">
          <a:blip r:embed="rId2">
            <a:alphaModFix/>
          </a:blip>
          <a:srcRect b="18082" l="0" r="18630" t="0"/>
          <a:stretch/>
        </p:blipFill>
        <p:spPr>
          <a:xfrm>
            <a:off x="0" y="0"/>
            <a:ext cx="9144000" cy="5143500"/>
          </a:xfrm>
          <a:prstGeom prst="rect">
            <a:avLst/>
          </a:prstGeom>
          <a:noFill/>
          <a:ln>
            <a:noFill/>
          </a:ln>
        </p:spPr>
      </p:pic>
      <p:sp>
        <p:nvSpPr>
          <p:cNvPr id="87" name="Google Shape;87;p20"/>
          <p:cNvSpPr/>
          <p:nvPr>
            <p:ph idx="2" type="pic"/>
          </p:nvPr>
        </p:nvSpPr>
        <p:spPr>
          <a:xfrm>
            <a:off x="925128" y="1260376"/>
            <a:ext cx="1830123" cy="1828800"/>
          </a:xfrm>
          <a:prstGeom prst="roundRect">
            <a:avLst>
              <a:gd fmla="val 2520" name="adj"/>
            </a:avLst>
          </a:prstGeom>
          <a:solidFill>
            <a:srgbClr val="7D8B99"/>
          </a:solidFill>
          <a:ln cap="flat" cmpd="sng" w="19050">
            <a:solidFill>
              <a:schemeClr val="lt1"/>
            </a:solidFill>
            <a:prstDash val="solid"/>
            <a:round/>
            <a:headEnd len="sm" w="sm" type="none"/>
            <a:tailEnd len="sm" w="sm" type="none"/>
          </a:ln>
        </p:spPr>
      </p:sp>
      <p:sp>
        <p:nvSpPr>
          <p:cNvPr id="88" name="Google Shape;88;p20"/>
          <p:cNvSpPr/>
          <p:nvPr>
            <p:ph idx="3" type="pic"/>
          </p:nvPr>
        </p:nvSpPr>
        <p:spPr>
          <a:xfrm>
            <a:off x="6463571" y="1260376"/>
            <a:ext cx="1830123" cy="1828800"/>
          </a:xfrm>
          <a:prstGeom prst="roundRect">
            <a:avLst>
              <a:gd fmla="val 2520" name="adj"/>
            </a:avLst>
          </a:prstGeom>
          <a:solidFill>
            <a:srgbClr val="7D8B99"/>
          </a:solidFill>
          <a:ln cap="flat" cmpd="sng" w="19050">
            <a:solidFill>
              <a:schemeClr val="lt1"/>
            </a:solidFill>
            <a:prstDash val="solid"/>
            <a:round/>
            <a:headEnd len="sm" w="sm" type="none"/>
            <a:tailEnd len="sm" w="sm" type="none"/>
          </a:ln>
        </p:spPr>
      </p:sp>
      <p:sp>
        <p:nvSpPr>
          <p:cNvPr id="89" name="Google Shape;89;p20"/>
          <p:cNvSpPr/>
          <p:nvPr>
            <p:ph idx="4" type="pic"/>
          </p:nvPr>
        </p:nvSpPr>
        <p:spPr>
          <a:xfrm>
            <a:off x="3651457" y="1260376"/>
            <a:ext cx="1830123" cy="1828800"/>
          </a:xfrm>
          <a:prstGeom prst="roundRect">
            <a:avLst>
              <a:gd fmla="val 2520" name="adj"/>
            </a:avLst>
          </a:prstGeom>
          <a:solidFill>
            <a:srgbClr val="7D8B99"/>
          </a:solidFill>
          <a:ln cap="flat" cmpd="sng" w="19050">
            <a:solidFill>
              <a:schemeClr val="lt1"/>
            </a:solidFill>
            <a:prstDash val="solid"/>
            <a:round/>
            <a:headEnd len="sm" w="sm" type="none"/>
            <a:tailEnd len="sm" w="sm" type="none"/>
          </a:ln>
        </p:spPr>
      </p:sp>
      <p:sp>
        <p:nvSpPr>
          <p:cNvPr id="90" name="Google Shape;90;p20"/>
          <p:cNvSpPr txBox="1"/>
          <p:nvPr>
            <p:ph idx="11" type="ftr"/>
          </p:nvPr>
        </p:nvSpPr>
        <p:spPr>
          <a:xfrm>
            <a:off x="27432" y="4818888"/>
            <a:ext cx="2205318" cy="274637"/>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800">
                <a:solidFill>
                  <a:srgbClr val="888C9E"/>
                </a:solidFill>
                <a:latin typeface="Archivo"/>
                <a:ea typeface="Archivo"/>
                <a:cs typeface="Archivo"/>
                <a:sym typeface="Archivo"/>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1" name="Google Shape;91;p20"/>
          <p:cNvSpPr txBox="1"/>
          <p:nvPr>
            <p:ph idx="1" type="body"/>
          </p:nvPr>
        </p:nvSpPr>
        <p:spPr>
          <a:xfrm>
            <a:off x="469447" y="3218207"/>
            <a:ext cx="2743200" cy="338554"/>
          </a:xfrm>
          <a:prstGeom prst="rect">
            <a:avLst/>
          </a:prstGeom>
          <a:noFill/>
          <a:ln>
            <a:noFill/>
          </a:ln>
        </p:spPr>
        <p:txBody>
          <a:bodyPr anchorCtr="0" anchor="b" bIns="45700" lIns="91425" spcFirstLastPara="1" rIns="91425" wrap="square" tIns="45700">
            <a:spAutoFit/>
          </a:bodyPr>
          <a:lstStyle>
            <a:lvl1pPr indent="-228600" lvl="0" marL="457200" algn="ctr">
              <a:lnSpc>
                <a:spcPct val="100000"/>
              </a:lnSpc>
              <a:spcBef>
                <a:spcPts val="0"/>
              </a:spcBef>
              <a:spcAft>
                <a:spcPts val="0"/>
              </a:spcAft>
              <a:buSzPts val="1600"/>
              <a:buFont typeface="Archivo"/>
              <a:buNone/>
              <a:defRPr b="1" i="0" sz="1600">
                <a:solidFill>
                  <a:schemeClr val="dk1"/>
                </a:solidFill>
                <a:latin typeface="Archivo"/>
                <a:ea typeface="Archivo"/>
                <a:cs typeface="Archivo"/>
                <a:sym typeface="Archivo"/>
              </a:defRPr>
            </a:lvl1pPr>
            <a:lvl2pPr indent="-228600" lvl="1" marL="914400" algn="l">
              <a:lnSpc>
                <a:spcPct val="100000"/>
              </a:lnSpc>
              <a:spcBef>
                <a:spcPts val="600"/>
              </a:spcBef>
              <a:spcAft>
                <a:spcPts val="0"/>
              </a:spcAft>
              <a:buSzPts val="1100"/>
              <a:buFont typeface="Archivo"/>
              <a:buNone/>
              <a:defRPr sz="1100"/>
            </a:lvl2pPr>
            <a:lvl3pPr indent="-228600" lvl="2" marL="1371600" algn="l">
              <a:lnSpc>
                <a:spcPct val="100000"/>
              </a:lnSpc>
              <a:spcBef>
                <a:spcPts val="600"/>
              </a:spcBef>
              <a:spcAft>
                <a:spcPts val="0"/>
              </a:spcAft>
              <a:buSzPts val="1100"/>
              <a:buFont typeface="Archivo"/>
              <a:buNone/>
              <a:defRPr sz="1100"/>
            </a:lvl3pPr>
            <a:lvl4pPr indent="-228600" lvl="3" marL="1828800" algn="l">
              <a:spcBef>
                <a:spcPts val="600"/>
              </a:spcBef>
              <a:spcAft>
                <a:spcPts val="0"/>
              </a:spcAft>
              <a:buSzPts val="1100"/>
              <a:buFont typeface="Arial"/>
              <a:buNone/>
              <a:defRPr sz="1100"/>
            </a:lvl4pPr>
            <a:lvl5pPr indent="-228600" lvl="4" marL="2286000" algn="l">
              <a:spcBef>
                <a:spcPts val="220"/>
              </a:spcBef>
              <a:spcAft>
                <a:spcPts val="0"/>
              </a:spcAft>
              <a:buSzPts val="1100"/>
              <a:buFont typeface="Arial"/>
              <a:buNone/>
              <a:defRPr sz="11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2" name="Google Shape;92;p20"/>
          <p:cNvSpPr txBox="1"/>
          <p:nvPr>
            <p:ph idx="5" type="body"/>
          </p:nvPr>
        </p:nvSpPr>
        <p:spPr>
          <a:xfrm>
            <a:off x="469447" y="3506871"/>
            <a:ext cx="2743200" cy="276999"/>
          </a:xfrm>
          <a:prstGeom prst="rect">
            <a:avLst/>
          </a:prstGeom>
          <a:noFill/>
          <a:ln>
            <a:noFill/>
          </a:ln>
        </p:spPr>
        <p:txBody>
          <a:bodyPr anchorCtr="0" anchor="t" bIns="45700" lIns="91425" spcFirstLastPara="1" rIns="91425" wrap="square" tIns="45700">
            <a:spAutoFit/>
          </a:bodyPr>
          <a:lstStyle>
            <a:lvl1pPr indent="-228600" lvl="0" marL="457200" algn="ctr">
              <a:lnSpc>
                <a:spcPct val="100000"/>
              </a:lnSpc>
              <a:spcBef>
                <a:spcPts val="0"/>
              </a:spcBef>
              <a:spcAft>
                <a:spcPts val="0"/>
              </a:spcAft>
              <a:buSzPts val="1200"/>
              <a:buFont typeface="Archivo"/>
              <a:buNone/>
              <a:defRPr sz="1200">
                <a:solidFill>
                  <a:schemeClr val="dk1"/>
                </a:solidFill>
              </a:defRPr>
            </a:lvl1pPr>
            <a:lvl2pPr indent="-228600" lvl="1" marL="914400" algn="l">
              <a:lnSpc>
                <a:spcPct val="100000"/>
              </a:lnSpc>
              <a:spcBef>
                <a:spcPts val="600"/>
              </a:spcBef>
              <a:spcAft>
                <a:spcPts val="0"/>
              </a:spcAft>
              <a:buSzPts val="1100"/>
              <a:buFont typeface="Archivo"/>
              <a:buNone/>
              <a:defRPr sz="1100"/>
            </a:lvl2pPr>
            <a:lvl3pPr indent="-228600" lvl="2" marL="1371600" algn="l">
              <a:lnSpc>
                <a:spcPct val="100000"/>
              </a:lnSpc>
              <a:spcBef>
                <a:spcPts val="600"/>
              </a:spcBef>
              <a:spcAft>
                <a:spcPts val="0"/>
              </a:spcAft>
              <a:buSzPts val="1100"/>
              <a:buFont typeface="Archivo"/>
              <a:buNone/>
              <a:defRPr sz="1100"/>
            </a:lvl3pPr>
            <a:lvl4pPr indent="-228600" lvl="3" marL="1828800" algn="l">
              <a:spcBef>
                <a:spcPts val="600"/>
              </a:spcBef>
              <a:spcAft>
                <a:spcPts val="0"/>
              </a:spcAft>
              <a:buSzPts val="1100"/>
              <a:buFont typeface="Arial"/>
              <a:buNone/>
              <a:defRPr sz="1100"/>
            </a:lvl4pPr>
            <a:lvl5pPr indent="-228600" lvl="4" marL="2286000" algn="l">
              <a:spcBef>
                <a:spcPts val="220"/>
              </a:spcBef>
              <a:spcAft>
                <a:spcPts val="0"/>
              </a:spcAft>
              <a:buSzPts val="1100"/>
              <a:buFont typeface="Arial"/>
              <a:buNone/>
              <a:defRPr sz="11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3" name="Google Shape;93;p20"/>
          <p:cNvSpPr txBox="1"/>
          <p:nvPr>
            <p:ph idx="6" type="body"/>
          </p:nvPr>
        </p:nvSpPr>
        <p:spPr>
          <a:xfrm>
            <a:off x="469447" y="3812884"/>
            <a:ext cx="2743200" cy="261610"/>
          </a:xfrm>
          <a:prstGeom prst="rect">
            <a:avLst/>
          </a:prstGeom>
          <a:noFill/>
          <a:ln>
            <a:noFill/>
          </a:ln>
        </p:spPr>
        <p:txBody>
          <a:bodyPr anchorCtr="0" anchor="t" bIns="45700" lIns="91425" spcFirstLastPara="1" rIns="91425" wrap="square" tIns="45700">
            <a:spAutoFit/>
          </a:bodyPr>
          <a:lstStyle>
            <a:lvl1pPr indent="-228600" lvl="0" marL="457200" algn="ctr">
              <a:lnSpc>
                <a:spcPct val="100000"/>
              </a:lnSpc>
              <a:spcBef>
                <a:spcPts val="0"/>
              </a:spcBef>
              <a:spcAft>
                <a:spcPts val="0"/>
              </a:spcAft>
              <a:buSzPts val="1100"/>
              <a:buFont typeface="Archivo"/>
              <a:buNone/>
              <a:defRPr sz="1100">
                <a:solidFill>
                  <a:schemeClr val="dk2"/>
                </a:solidFill>
              </a:defRPr>
            </a:lvl1pPr>
            <a:lvl2pPr indent="-228600" lvl="1" marL="914400" algn="l">
              <a:lnSpc>
                <a:spcPct val="100000"/>
              </a:lnSpc>
              <a:spcBef>
                <a:spcPts val="600"/>
              </a:spcBef>
              <a:spcAft>
                <a:spcPts val="0"/>
              </a:spcAft>
              <a:buSzPts val="1100"/>
              <a:buFont typeface="Archivo"/>
              <a:buNone/>
              <a:defRPr sz="1100"/>
            </a:lvl2pPr>
            <a:lvl3pPr indent="-228600" lvl="2" marL="1371600" algn="l">
              <a:lnSpc>
                <a:spcPct val="100000"/>
              </a:lnSpc>
              <a:spcBef>
                <a:spcPts val="600"/>
              </a:spcBef>
              <a:spcAft>
                <a:spcPts val="0"/>
              </a:spcAft>
              <a:buSzPts val="1100"/>
              <a:buFont typeface="Archivo"/>
              <a:buNone/>
              <a:defRPr sz="1100"/>
            </a:lvl3pPr>
            <a:lvl4pPr indent="-228600" lvl="3" marL="1828800" algn="l">
              <a:spcBef>
                <a:spcPts val="600"/>
              </a:spcBef>
              <a:spcAft>
                <a:spcPts val="0"/>
              </a:spcAft>
              <a:buSzPts val="1100"/>
              <a:buFont typeface="Arial"/>
              <a:buNone/>
              <a:defRPr sz="1100"/>
            </a:lvl4pPr>
            <a:lvl5pPr indent="-228600" lvl="4" marL="2286000" algn="l">
              <a:spcBef>
                <a:spcPts val="220"/>
              </a:spcBef>
              <a:spcAft>
                <a:spcPts val="0"/>
              </a:spcAft>
              <a:buSzPts val="1100"/>
              <a:buFont typeface="Arial"/>
              <a:buNone/>
              <a:defRPr sz="11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4" name="Google Shape;94;p20"/>
          <p:cNvSpPr txBox="1"/>
          <p:nvPr>
            <p:ph idx="7" type="body"/>
          </p:nvPr>
        </p:nvSpPr>
        <p:spPr>
          <a:xfrm>
            <a:off x="3194919" y="3218207"/>
            <a:ext cx="2743200" cy="338554"/>
          </a:xfrm>
          <a:prstGeom prst="rect">
            <a:avLst/>
          </a:prstGeom>
          <a:noFill/>
          <a:ln>
            <a:noFill/>
          </a:ln>
        </p:spPr>
        <p:txBody>
          <a:bodyPr anchorCtr="0" anchor="b" bIns="45700" lIns="91425" spcFirstLastPara="1" rIns="91425" wrap="square" tIns="45700">
            <a:spAutoFit/>
          </a:bodyPr>
          <a:lstStyle>
            <a:lvl1pPr indent="-228600" lvl="0" marL="457200" algn="ctr">
              <a:lnSpc>
                <a:spcPct val="100000"/>
              </a:lnSpc>
              <a:spcBef>
                <a:spcPts val="0"/>
              </a:spcBef>
              <a:spcAft>
                <a:spcPts val="0"/>
              </a:spcAft>
              <a:buSzPts val="1600"/>
              <a:buFont typeface="Archivo"/>
              <a:buNone/>
              <a:defRPr b="1" i="0" sz="1600">
                <a:solidFill>
                  <a:schemeClr val="dk1"/>
                </a:solidFill>
                <a:latin typeface="Archivo"/>
                <a:ea typeface="Archivo"/>
                <a:cs typeface="Archivo"/>
                <a:sym typeface="Archivo"/>
              </a:defRPr>
            </a:lvl1pPr>
            <a:lvl2pPr indent="-228600" lvl="1" marL="914400" algn="l">
              <a:lnSpc>
                <a:spcPct val="100000"/>
              </a:lnSpc>
              <a:spcBef>
                <a:spcPts val="600"/>
              </a:spcBef>
              <a:spcAft>
                <a:spcPts val="0"/>
              </a:spcAft>
              <a:buSzPts val="1100"/>
              <a:buFont typeface="Archivo"/>
              <a:buNone/>
              <a:defRPr sz="1100"/>
            </a:lvl2pPr>
            <a:lvl3pPr indent="-228600" lvl="2" marL="1371600" algn="l">
              <a:lnSpc>
                <a:spcPct val="100000"/>
              </a:lnSpc>
              <a:spcBef>
                <a:spcPts val="600"/>
              </a:spcBef>
              <a:spcAft>
                <a:spcPts val="0"/>
              </a:spcAft>
              <a:buSzPts val="1100"/>
              <a:buFont typeface="Archivo"/>
              <a:buNone/>
              <a:defRPr sz="1100"/>
            </a:lvl3pPr>
            <a:lvl4pPr indent="-228600" lvl="3" marL="1828800" algn="l">
              <a:spcBef>
                <a:spcPts val="600"/>
              </a:spcBef>
              <a:spcAft>
                <a:spcPts val="0"/>
              </a:spcAft>
              <a:buSzPts val="1100"/>
              <a:buFont typeface="Arial"/>
              <a:buNone/>
              <a:defRPr sz="1100"/>
            </a:lvl4pPr>
            <a:lvl5pPr indent="-228600" lvl="4" marL="2286000" algn="l">
              <a:spcBef>
                <a:spcPts val="220"/>
              </a:spcBef>
              <a:spcAft>
                <a:spcPts val="0"/>
              </a:spcAft>
              <a:buSzPts val="1100"/>
              <a:buFont typeface="Arial"/>
              <a:buNone/>
              <a:defRPr sz="11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5" name="Google Shape;95;p20"/>
          <p:cNvSpPr txBox="1"/>
          <p:nvPr>
            <p:ph idx="8" type="body"/>
          </p:nvPr>
        </p:nvSpPr>
        <p:spPr>
          <a:xfrm>
            <a:off x="3194919" y="3506871"/>
            <a:ext cx="2743200" cy="276999"/>
          </a:xfrm>
          <a:prstGeom prst="rect">
            <a:avLst/>
          </a:prstGeom>
          <a:noFill/>
          <a:ln>
            <a:noFill/>
          </a:ln>
        </p:spPr>
        <p:txBody>
          <a:bodyPr anchorCtr="0" anchor="t" bIns="45700" lIns="91425" spcFirstLastPara="1" rIns="91425" wrap="square" tIns="45700">
            <a:spAutoFit/>
          </a:bodyPr>
          <a:lstStyle>
            <a:lvl1pPr indent="-228600" lvl="0" marL="457200" algn="ctr">
              <a:lnSpc>
                <a:spcPct val="100000"/>
              </a:lnSpc>
              <a:spcBef>
                <a:spcPts val="0"/>
              </a:spcBef>
              <a:spcAft>
                <a:spcPts val="0"/>
              </a:spcAft>
              <a:buSzPts val="1200"/>
              <a:buFont typeface="Archivo"/>
              <a:buNone/>
              <a:defRPr sz="1200">
                <a:solidFill>
                  <a:schemeClr val="dk1"/>
                </a:solidFill>
              </a:defRPr>
            </a:lvl1pPr>
            <a:lvl2pPr indent="-228600" lvl="1" marL="914400" algn="l">
              <a:lnSpc>
                <a:spcPct val="100000"/>
              </a:lnSpc>
              <a:spcBef>
                <a:spcPts val="600"/>
              </a:spcBef>
              <a:spcAft>
                <a:spcPts val="0"/>
              </a:spcAft>
              <a:buSzPts val="1100"/>
              <a:buFont typeface="Archivo"/>
              <a:buNone/>
              <a:defRPr sz="1100"/>
            </a:lvl2pPr>
            <a:lvl3pPr indent="-228600" lvl="2" marL="1371600" algn="l">
              <a:lnSpc>
                <a:spcPct val="100000"/>
              </a:lnSpc>
              <a:spcBef>
                <a:spcPts val="600"/>
              </a:spcBef>
              <a:spcAft>
                <a:spcPts val="0"/>
              </a:spcAft>
              <a:buSzPts val="1100"/>
              <a:buFont typeface="Archivo"/>
              <a:buNone/>
              <a:defRPr sz="1100"/>
            </a:lvl3pPr>
            <a:lvl4pPr indent="-228600" lvl="3" marL="1828800" algn="l">
              <a:spcBef>
                <a:spcPts val="600"/>
              </a:spcBef>
              <a:spcAft>
                <a:spcPts val="0"/>
              </a:spcAft>
              <a:buSzPts val="1100"/>
              <a:buFont typeface="Arial"/>
              <a:buNone/>
              <a:defRPr sz="1100"/>
            </a:lvl4pPr>
            <a:lvl5pPr indent="-228600" lvl="4" marL="2286000" algn="l">
              <a:spcBef>
                <a:spcPts val="220"/>
              </a:spcBef>
              <a:spcAft>
                <a:spcPts val="0"/>
              </a:spcAft>
              <a:buSzPts val="1100"/>
              <a:buFont typeface="Arial"/>
              <a:buNone/>
              <a:defRPr sz="11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6" name="Google Shape;96;p20"/>
          <p:cNvSpPr txBox="1"/>
          <p:nvPr>
            <p:ph idx="9" type="body"/>
          </p:nvPr>
        </p:nvSpPr>
        <p:spPr>
          <a:xfrm>
            <a:off x="3194919" y="3812884"/>
            <a:ext cx="2743200" cy="261610"/>
          </a:xfrm>
          <a:prstGeom prst="rect">
            <a:avLst/>
          </a:prstGeom>
          <a:noFill/>
          <a:ln>
            <a:noFill/>
          </a:ln>
        </p:spPr>
        <p:txBody>
          <a:bodyPr anchorCtr="0" anchor="t" bIns="45700" lIns="91425" spcFirstLastPara="1" rIns="91425" wrap="square" tIns="45700">
            <a:spAutoFit/>
          </a:bodyPr>
          <a:lstStyle>
            <a:lvl1pPr indent="-228600" lvl="0" marL="457200" algn="ctr">
              <a:lnSpc>
                <a:spcPct val="100000"/>
              </a:lnSpc>
              <a:spcBef>
                <a:spcPts val="0"/>
              </a:spcBef>
              <a:spcAft>
                <a:spcPts val="0"/>
              </a:spcAft>
              <a:buSzPts val="1100"/>
              <a:buFont typeface="Archivo"/>
              <a:buNone/>
              <a:defRPr sz="1100">
                <a:solidFill>
                  <a:schemeClr val="dk2"/>
                </a:solidFill>
              </a:defRPr>
            </a:lvl1pPr>
            <a:lvl2pPr indent="-228600" lvl="1" marL="914400" algn="l">
              <a:lnSpc>
                <a:spcPct val="100000"/>
              </a:lnSpc>
              <a:spcBef>
                <a:spcPts val="600"/>
              </a:spcBef>
              <a:spcAft>
                <a:spcPts val="0"/>
              </a:spcAft>
              <a:buSzPts val="1100"/>
              <a:buFont typeface="Archivo"/>
              <a:buNone/>
              <a:defRPr sz="1100"/>
            </a:lvl2pPr>
            <a:lvl3pPr indent="-228600" lvl="2" marL="1371600" algn="l">
              <a:lnSpc>
                <a:spcPct val="100000"/>
              </a:lnSpc>
              <a:spcBef>
                <a:spcPts val="600"/>
              </a:spcBef>
              <a:spcAft>
                <a:spcPts val="0"/>
              </a:spcAft>
              <a:buSzPts val="1100"/>
              <a:buFont typeface="Archivo"/>
              <a:buNone/>
              <a:defRPr sz="1100"/>
            </a:lvl3pPr>
            <a:lvl4pPr indent="-228600" lvl="3" marL="1828800" algn="l">
              <a:spcBef>
                <a:spcPts val="600"/>
              </a:spcBef>
              <a:spcAft>
                <a:spcPts val="0"/>
              </a:spcAft>
              <a:buSzPts val="1100"/>
              <a:buFont typeface="Arial"/>
              <a:buNone/>
              <a:defRPr sz="1100"/>
            </a:lvl4pPr>
            <a:lvl5pPr indent="-228600" lvl="4" marL="2286000" algn="l">
              <a:spcBef>
                <a:spcPts val="220"/>
              </a:spcBef>
              <a:spcAft>
                <a:spcPts val="0"/>
              </a:spcAft>
              <a:buSzPts val="1100"/>
              <a:buFont typeface="Arial"/>
              <a:buNone/>
              <a:defRPr sz="11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7" name="Google Shape;97;p20"/>
          <p:cNvSpPr txBox="1"/>
          <p:nvPr>
            <p:ph idx="13" type="body"/>
          </p:nvPr>
        </p:nvSpPr>
        <p:spPr>
          <a:xfrm>
            <a:off x="6007033" y="3218207"/>
            <a:ext cx="2743200" cy="338554"/>
          </a:xfrm>
          <a:prstGeom prst="rect">
            <a:avLst/>
          </a:prstGeom>
          <a:noFill/>
          <a:ln>
            <a:noFill/>
          </a:ln>
        </p:spPr>
        <p:txBody>
          <a:bodyPr anchorCtr="0" anchor="b" bIns="45700" lIns="91425" spcFirstLastPara="1" rIns="91425" wrap="square" tIns="45700">
            <a:spAutoFit/>
          </a:bodyPr>
          <a:lstStyle>
            <a:lvl1pPr indent="-228600" lvl="0" marL="457200" algn="ctr">
              <a:lnSpc>
                <a:spcPct val="100000"/>
              </a:lnSpc>
              <a:spcBef>
                <a:spcPts val="0"/>
              </a:spcBef>
              <a:spcAft>
                <a:spcPts val="0"/>
              </a:spcAft>
              <a:buSzPts val="1600"/>
              <a:buFont typeface="Archivo"/>
              <a:buNone/>
              <a:defRPr b="1" i="0" sz="1600">
                <a:solidFill>
                  <a:schemeClr val="dk1"/>
                </a:solidFill>
                <a:latin typeface="Archivo"/>
                <a:ea typeface="Archivo"/>
                <a:cs typeface="Archivo"/>
                <a:sym typeface="Archivo"/>
              </a:defRPr>
            </a:lvl1pPr>
            <a:lvl2pPr indent="-228600" lvl="1" marL="914400" algn="l">
              <a:lnSpc>
                <a:spcPct val="100000"/>
              </a:lnSpc>
              <a:spcBef>
                <a:spcPts val="600"/>
              </a:spcBef>
              <a:spcAft>
                <a:spcPts val="0"/>
              </a:spcAft>
              <a:buSzPts val="1100"/>
              <a:buFont typeface="Archivo"/>
              <a:buNone/>
              <a:defRPr sz="1100"/>
            </a:lvl2pPr>
            <a:lvl3pPr indent="-228600" lvl="2" marL="1371600" algn="l">
              <a:lnSpc>
                <a:spcPct val="100000"/>
              </a:lnSpc>
              <a:spcBef>
                <a:spcPts val="600"/>
              </a:spcBef>
              <a:spcAft>
                <a:spcPts val="0"/>
              </a:spcAft>
              <a:buSzPts val="1100"/>
              <a:buFont typeface="Archivo"/>
              <a:buNone/>
              <a:defRPr sz="1100"/>
            </a:lvl3pPr>
            <a:lvl4pPr indent="-228600" lvl="3" marL="1828800" algn="l">
              <a:spcBef>
                <a:spcPts val="600"/>
              </a:spcBef>
              <a:spcAft>
                <a:spcPts val="0"/>
              </a:spcAft>
              <a:buSzPts val="1100"/>
              <a:buFont typeface="Arial"/>
              <a:buNone/>
              <a:defRPr sz="1100"/>
            </a:lvl4pPr>
            <a:lvl5pPr indent="-228600" lvl="4" marL="2286000" algn="l">
              <a:spcBef>
                <a:spcPts val="220"/>
              </a:spcBef>
              <a:spcAft>
                <a:spcPts val="0"/>
              </a:spcAft>
              <a:buSzPts val="1100"/>
              <a:buFont typeface="Arial"/>
              <a:buNone/>
              <a:defRPr sz="11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8" name="Google Shape;98;p20"/>
          <p:cNvSpPr txBox="1"/>
          <p:nvPr>
            <p:ph idx="14" type="body"/>
          </p:nvPr>
        </p:nvSpPr>
        <p:spPr>
          <a:xfrm>
            <a:off x="6007033" y="3506871"/>
            <a:ext cx="2743200" cy="276999"/>
          </a:xfrm>
          <a:prstGeom prst="rect">
            <a:avLst/>
          </a:prstGeom>
          <a:noFill/>
          <a:ln>
            <a:noFill/>
          </a:ln>
        </p:spPr>
        <p:txBody>
          <a:bodyPr anchorCtr="0" anchor="t" bIns="45700" lIns="91425" spcFirstLastPara="1" rIns="91425" wrap="square" tIns="45700">
            <a:spAutoFit/>
          </a:bodyPr>
          <a:lstStyle>
            <a:lvl1pPr indent="-228600" lvl="0" marL="457200" algn="ctr">
              <a:lnSpc>
                <a:spcPct val="100000"/>
              </a:lnSpc>
              <a:spcBef>
                <a:spcPts val="0"/>
              </a:spcBef>
              <a:spcAft>
                <a:spcPts val="0"/>
              </a:spcAft>
              <a:buSzPts val="1200"/>
              <a:buFont typeface="Archivo"/>
              <a:buNone/>
              <a:defRPr sz="1200">
                <a:solidFill>
                  <a:schemeClr val="dk1"/>
                </a:solidFill>
              </a:defRPr>
            </a:lvl1pPr>
            <a:lvl2pPr indent="-228600" lvl="1" marL="914400" algn="l">
              <a:lnSpc>
                <a:spcPct val="100000"/>
              </a:lnSpc>
              <a:spcBef>
                <a:spcPts val="600"/>
              </a:spcBef>
              <a:spcAft>
                <a:spcPts val="0"/>
              </a:spcAft>
              <a:buSzPts val="1100"/>
              <a:buFont typeface="Archivo"/>
              <a:buNone/>
              <a:defRPr sz="1100"/>
            </a:lvl2pPr>
            <a:lvl3pPr indent="-228600" lvl="2" marL="1371600" algn="l">
              <a:lnSpc>
                <a:spcPct val="100000"/>
              </a:lnSpc>
              <a:spcBef>
                <a:spcPts val="600"/>
              </a:spcBef>
              <a:spcAft>
                <a:spcPts val="0"/>
              </a:spcAft>
              <a:buSzPts val="1100"/>
              <a:buFont typeface="Archivo"/>
              <a:buNone/>
              <a:defRPr sz="1100"/>
            </a:lvl3pPr>
            <a:lvl4pPr indent="-228600" lvl="3" marL="1828800" algn="l">
              <a:spcBef>
                <a:spcPts val="600"/>
              </a:spcBef>
              <a:spcAft>
                <a:spcPts val="0"/>
              </a:spcAft>
              <a:buSzPts val="1100"/>
              <a:buFont typeface="Arial"/>
              <a:buNone/>
              <a:defRPr sz="1100"/>
            </a:lvl4pPr>
            <a:lvl5pPr indent="-228600" lvl="4" marL="2286000" algn="l">
              <a:spcBef>
                <a:spcPts val="220"/>
              </a:spcBef>
              <a:spcAft>
                <a:spcPts val="0"/>
              </a:spcAft>
              <a:buSzPts val="1100"/>
              <a:buFont typeface="Arial"/>
              <a:buNone/>
              <a:defRPr sz="11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9" name="Google Shape;99;p20"/>
          <p:cNvSpPr txBox="1"/>
          <p:nvPr>
            <p:ph idx="15" type="body"/>
          </p:nvPr>
        </p:nvSpPr>
        <p:spPr>
          <a:xfrm>
            <a:off x="6007033" y="3812884"/>
            <a:ext cx="2743200" cy="261610"/>
          </a:xfrm>
          <a:prstGeom prst="rect">
            <a:avLst/>
          </a:prstGeom>
          <a:noFill/>
          <a:ln>
            <a:noFill/>
          </a:ln>
        </p:spPr>
        <p:txBody>
          <a:bodyPr anchorCtr="0" anchor="t" bIns="45700" lIns="91425" spcFirstLastPara="1" rIns="91425" wrap="square" tIns="45700">
            <a:spAutoFit/>
          </a:bodyPr>
          <a:lstStyle>
            <a:lvl1pPr indent="-228600" lvl="0" marL="457200" algn="ctr">
              <a:lnSpc>
                <a:spcPct val="100000"/>
              </a:lnSpc>
              <a:spcBef>
                <a:spcPts val="0"/>
              </a:spcBef>
              <a:spcAft>
                <a:spcPts val="0"/>
              </a:spcAft>
              <a:buSzPts val="1100"/>
              <a:buFont typeface="Archivo"/>
              <a:buNone/>
              <a:defRPr sz="1100">
                <a:solidFill>
                  <a:schemeClr val="dk2"/>
                </a:solidFill>
              </a:defRPr>
            </a:lvl1pPr>
            <a:lvl2pPr indent="-228600" lvl="1" marL="914400" algn="l">
              <a:lnSpc>
                <a:spcPct val="100000"/>
              </a:lnSpc>
              <a:spcBef>
                <a:spcPts val="600"/>
              </a:spcBef>
              <a:spcAft>
                <a:spcPts val="0"/>
              </a:spcAft>
              <a:buSzPts val="1100"/>
              <a:buFont typeface="Archivo"/>
              <a:buNone/>
              <a:defRPr sz="1100"/>
            </a:lvl2pPr>
            <a:lvl3pPr indent="-228600" lvl="2" marL="1371600" algn="l">
              <a:lnSpc>
                <a:spcPct val="100000"/>
              </a:lnSpc>
              <a:spcBef>
                <a:spcPts val="600"/>
              </a:spcBef>
              <a:spcAft>
                <a:spcPts val="0"/>
              </a:spcAft>
              <a:buSzPts val="1100"/>
              <a:buFont typeface="Archivo"/>
              <a:buNone/>
              <a:defRPr sz="1100"/>
            </a:lvl3pPr>
            <a:lvl4pPr indent="-228600" lvl="3" marL="1828800" algn="l">
              <a:spcBef>
                <a:spcPts val="600"/>
              </a:spcBef>
              <a:spcAft>
                <a:spcPts val="0"/>
              </a:spcAft>
              <a:buSzPts val="1100"/>
              <a:buFont typeface="Arial"/>
              <a:buNone/>
              <a:defRPr sz="1100"/>
            </a:lvl4pPr>
            <a:lvl5pPr indent="-228600" lvl="4" marL="2286000" algn="l">
              <a:spcBef>
                <a:spcPts val="220"/>
              </a:spcBef>
              <a:spcAft>
                <a:spcPts val="0"/>
              </a:spcAft>
              <a:buSzPts val="1100"/>
              <a:buFont typeface="Arial"/>
              <a:buNone/>
              <a:defRPr sz="11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_Four">
  <p:cSld name="Intro_Four">
    <p:spTree>
      <p:nvGrpSpPr>
        <p:cNvPr id="100" name="Shape 100"/>
        <p:cNvGrpSpPr/>
        <p:nvPr/>
      </p:nvGrpSpPr>
      <p:grpSpPr>
        <a:xfrm>
          <a:off x="0" y="0"/>
          <a:ext cx="0" cy="0"/>
          <a:chOff x="0" y="0"/>
          <a:chExt cx="0" cy="0"/>
        </a:xfrm>
      </p:grpSpPr>
      <p:pic>
        <p:nvPicPr>
          <p:cNvPr id="101" name="Google Shape;101;p21"/>
          <p:cNvPicPr preferRelativeResize="0"/>
          <p:nvPr/>
        </p:nvPicPr>
        <p:blipFill rotWithShape="1">
          <a:blip r:embed="rId2">
            <a:alphaModFix/>
          </a:blip>
          <a:srcRect b="18082" l="0" r="18630" t="0"/>
          <a:stretch/>
        </p:blipFill>
        <p:spPr>
          <a:xfrm>
            <a:off x="-1" y="0"/>
            <a:ext cx="9144001" cy="5143500"/>
          </a:xfrm>
          <a:prstGeom prst="rect">
            <a:avLst/>
          </a:prstGeom>
          <a:noFill/>
          <a:ln>
            <a:noFill/>
          </a:ln>
        </p:spPr>
      </p:pic>
      <p:sp>
        <p:nvSpPr>
          <p:cNvPr id="102" name="Google Shape;102;p21"/>
          <p:cNvSpPr/>
          <p:nvPr>
            <p:ph idx="2" type="pic"/>
          </p:nvPr>
        </p:nvSpPr>
        <p:spPr>
          <a:xfrm>
            <a:off x="659684" y="788803"/>
            <a:ext cx="1509854" cy="1508760"/>
          </a:xfrm>
          <a:prstGeom prst="roundRect">
            <a:avLst>
              <a:gd fmla="val 2878" name="adj"/>
            </a:avLst>
          </a:prstGeom>
          <a:solidFill>
            <a:srgbClr val="7D8B99"/>
          </a:solidFill>
          <a:ln cap="flat" cmpd="sng" w="19050">
            <a:solidFill>
              <a:schemeClr val="lt1"/>
            </a:solidFill>
            <a:prstDash val="solid"/>
            <a:round/>
            <a:headEnd len="sm" w="sm" type="none"/>
            <a:tailEnd len="sm" w="sm" type="none"/>
          </a:ln>
        </p:spPr>
      </p:sp>
      <p:sp>
        <p:nvSpPr>
          <p:cNvPr id="103" name="Google Shape;103;p21"/>
          <p:cNvSpPr/>
          <p:nvPr>
            <p:ph idx="3" type="pic"/>
          </p:nvPr>
        </p:nvSpPr>
        <p:spPr>
          <a:xfrm>
            <a:off x="659395" y="2880110"/>
            <a:ext cx="1509854" cy="1508760"/>
          </a:xfrm>
          <a:prstGeom prst="roundRect">
            <a:avLst>
              <a:gd fmla="val 2878" name="adj"/>
            </a:avLst>
          </a:prstGeom>
          <a:solidFill>
            <a:srgbClr val="7D8B99"/>
          </a:solidFill>
          <a:ln cap="flat" cmpd="sng" w="19050">
            <a:solidFill>
              <a:schemeClr val="lt1"/>
            </a:solidFill>
            <a:prstDash val="solid"/>
            <a:round/>
            <a:headEnd len="sm" w="sm" type="none"/>
            <a:tailEnd len="sm" w="sm" type="none"/>
          </a:ln>
        </p:spPr>
      </p:sp>
      <p:sp>
        <p:nvSpPr>
          <p:cNvPr id="104" name="Google Shape;104;p21"/>
          <p:cNvSpPr/>
          <p:nvPr>
            <p:ph idx="4" type="pic"/>
          </p:nvPr>
        </p:nvSpPr>
        <p:spPr>
          <a:xfrm>
            <a:off x="4609129" y="788803"/>
            <a:ext cx="1509854" cy="1508760"/>
          </a:xfrm>
          <a:prstGeom prst="roundRect">
            <a:avLst>
              <a:gd fmla="val 2878" name="adj"/>
            </a:avLst>
          </a:prstGeom>
          <a:solidFill>
            <a:srgbClr val="7D8B99"/>
          </a:solidFill>
          <a:ln cap="flat" cmpd="sng" w="19050">
            <a:solidFill>
              <a:schemeClr val="lt1"/>
            </a:solidFill>
            <a:prstDash val="solid"/>
            <a:round/>
            <a:headEnd len="sm" w="sm" type="none"/>
            <a:tailEnd len="sm" w="sm" type="none"/>
          </a:ln>
        </p:spPr>
      </p:sp>
      <p:sp>
        <p:nvSpPr>
          <p:cNvPr id="105" name="Google Shape;105;p21"/>
          <p:cNvSpPr txBox="1"/>
          <p:nvPr>
            <p:ph idx="11" type="ftr"/>
          </p:nvPr>
        </p:nvSpPr>
        <p:spPr>
          <a:xfrm>
            <a:off x="27432" y="4818888"/>
            <a:ext cx="2205318" cy="274637"/>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800">
                <a:solidFill>
                  <a:srgbClr val="888C9E"/>
                </a:solidFill>
                <a:latin typeface="Archivo"/>
                <a:ea typeface="Archivo"/>
                <a:cs typeface="Archivo"/>
                <a:sym typeface="Archivo"/>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6" name="Google Shape;106;p21"/>
          <p:cNvSpPr txBox="1"/>
          <p:nvPr>
            <p:ph idx="1" type="body"/>
          </p:nvPr>
        </p:nvSpPr>
        <p:spPr>
          <a:xfrm>
            <a:off x="2249424" y="1106424"/>
            <a:ext cx="2048256" cy="338554"/>
          </a:xfrm>
          <a:prstGeom prst="rect">
            <a:avLst/>
          </a:prstGeom>
          <a:noFill/>
          <a:ln>
            <a:noFill/>
          </a:ln>
        </p:spPr>
        <p:txBody>
          <a:bodyPr anchorCtr="0" anchor="b" bIns="45700" lIns="91425" spcFirstLastPara="1" rIns="91425" wrap="square" tIns="45700">
            <a:spAutoFit/>
          </a:bodyPr>
          <a:lstStyle>
            <a:lvl1pPr indent="-228600" lvl="0" marL="457200" algn="l">
              <a:lnSpc>
                <a:spcPct val="100000"/>
              </a:lnSpc>
              <a:spcBef>
                <a:spcPts val="600"/>
              </a:spcBef>
              <a:spcAft>
                <a:spcPts val="0"/>
              </a:spcAft>
              <a:buSzPts val="1600"/>
              <a:buFont typeface="Archivo"/>
              <a:buNone/>
              <a:defRPr b="1" i="0" sz="1600">
                <a:solidFill>
                  <a:schemeClr val="dk1"/>
                </a:solidFill>
                <a:latin typeface="Archivo"/>
                <a:ea typeface="Archivo"/>
                <a:cs typeface="Archivo"/>
                <a:sym typeface="Archivo"/>
              </a:defRPr>
            </a:lvl1pPr>
            <a:lvl2pPr indent="-228600" lvl="1" marL="914400" algn="l">
              <a:lnSpc>
                <a:spcPct val="100000"/>
              </a:lnSpc>
              <a:spcBef>
                <a:spcPts val="600"/>
              </a:spcBef>
              <a:spcAft>
                <a:spcPts val="0"/>
              </a:spcAft>
              <a:buSzPts val="1100"/>
              <a:buFont typeface="Archivo"/>
              <a:buNone/>
              <a:defRPr sz="1100"/>
            </a:lvl2pPr>
            <a:lvl3pPr indent="-228600" lvl="2" marL="1371600" algn="l">
              <a:lnSpc>
                <a:spcPct val="100000"/>
              </a:lnSpc>
              <a:spcBef>
                <a:spcPts val="600"/>
              </a:spcBef>
              <a:spcAft>
                <a:spcPts val="0"/>
              </a:spcAft>
              <a:buSzPts val="1100"/>
              <a:buFont typeface="Archivo"/>
              <a:buNone/>
              <a:defRPr sz="1100"/>
            </a:lvl3pPr>
            <a:lvl4pPr indent="-228600" lvl="3" marL="1828800" algn="l">
              <a:spcBef>
                <a:spcPts val="600"/>
              </a:spcBef>
              <a:spcAft>
                <a:spcPts val="0"/>
              </a:spcAft>
              <a:buSzPts val="1100"/>
              <a:buFont typeface="Arial"/>
              <a:buNone/>
              <a:defRPr sz="1100"/>
            </a:lvl4pPr>
            <a:lvl5pPr indent="-228600" lvl="4" marL="2286000" algn="l">
              <a:spcBef>
                <a:spcPts val="220"/>
              </a:spcBef>
              <a:spcAft>
                <a:spcPts val="0"/>
              </a:spcAft>
              <a:buSzPts val="1100"/>
              <a:buFont typeface="Arial"/>
              <a:buNone/>
              <a:defRPr sz="11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07" name="Google Shape;107;p21"/>
          <p:cNvSpPr txBox="1"/>
          <p:nvPr>
            <p:ph idx="5" type="body"/>
          </p:nvPr>
        </p:nvSpPr>
        <p:spPr>
          <a:xfrm>
            <a:off x="2249424" y="1371600"/>
            <a:ext cx="2048256" cy="276999"/>
          </a:xfrm>
          <a:prstGeom prst="rect">
            <a:avLst/>
          </a:prstGeom>
          <a:noFill/>
          <a:ln>
            <a:noFill/>
          </a:ln>
        </p:spPr>
        <p:txBody>
          <a:bodyPr anchorCtr="0" anchor="t" bIns="45700" lIns="91425" spcFirstLastPara="1" rIns="91425" wrap="square" tIns="45700">
            <a:spAutoFit/>
          </a:bodyPr>
          <a:lstStyle>
            <a:lvl1pPr indent="-228600" lvl="0" marL="457200" algn="l">
              <a:lnSpc>
                <a:spcPct val="100000"/>
              </a:lnSpc>
              <a:spcBef>
                <a:spcPts val="600"/>
              </a:spcBef>
              <a:spcAft>
                <a:spcPts val="0"/>
              </a:spcAft>
              <a:buSzPts val="1200"/>
              <a:buFont typeface="Archivo"/>
              <a:buNone/>
              <a:defRPr sz="1200">
                <a:solidFill>
                  <a:schemeClr val="dk1"/>
                </a:solidFill>
              </a:defRPr>
            </a:lvl1pPr>
            <a:lvl2pPr indent="-228600" lvl="1" marL="914400" algn="l">
              <a:lnSpc>
                <a:spcPct val="100000"/>
              </a:lnSpc>
              <a:spcBef>
                <a:spcPts val="600"/>
              </a:spcBef>
              <a:spcAft>
                <a:spcPts val="0"/>
              </a:spcAft>
              <a:buSzPts val="1100"/>
              <a:buFont typeface="Archivo"/>
              <a:buNone/>
              <a:defRPr sz="1100"/>
            </a:lvl2pPr>
            <a:lvl3pPr indent="-228600" lvl="2" marL="1371600" algn="l">
              <a:lnSpc>
                <a:spcPct val="100000"/>
              </a:lnSpc>
              <a:spcBef>
                <a:spcPts val="600"/>
              </a:spcBef>
              <a:spcAft>
                <a:spcPts val="0"/>
              </a:spcAft>
              <a:buSzPts val="1100"/>
              <a:buFont typeface="Archivo"/>
              <a:buNone/>
              <a:defRPr sz="1100"/>
            </a:lvl3pPr>
            <a:lvl4pPr indent="-228600" lvl="3" marL="1828800" algn="l">
              <a:spcBef>
                <a:spcPts val="600"/>
              </a:spcBef>
              <a:spcAft>
                <a:spcPts val="0"/>
              </a:spcAft>
              <a:buSzPts val="1100"/>
              <a:buFont typeface="Arial"/>
              <a:buNone/>
              <a:defRPr sz="1100"/>
            </a:lvl4pPr>
            <a:lvl5pPr indent="-228600" lvl="4" marL="2286000" algn="l">
              <a:spcBef>
                <a:spcPts val="220"/>
              </a:spcBef>
              <a:spcAft>
                <a:spcPts val="0"/>
              </a:spcAft>
              <a:buSzPts val="1100"/>
              <a:buFont typeface="Arial"/>
              <a:buNone/>
              <a:defRPr sz="11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08" name="Google Shape;108;p21"/>
          <p:cNvSpPr txBox="1"/>
          <p:nvPr>
            <p:ph idx="6" type="body"/>
          </p:nvPr>
        </p:nvSpPr>
        <p:spPr>
          <a:xfrm>
            <a:off x="2249424" y="1661962"/>
            <a:ext cx="2048256" cy="230832"/>
          </a:xfrm>
          <a:prstGeom prst="rect">
            <a:avLst/>
          </a:prstGeom>
          <a:noFill/>
          <a:ln>
            <a:noFill/>
          </a:ln>
        </p:spPr>
        <p:txBody>
          <a:bodyPr anchorCtr="0" anchor="t" bIns="45700" lIns="91425" spcFirstLastPara="1" rIns="91425" wrap="square" tIns="45700">
            <a:spAutoFit/>
          </a:bodyPr>
          <a:lstStyle>
            <a:lvl1pPr indent="-228600" lvl="0" marL="457200" algn="l">
              <a:lnSpc>
                <a:spcPct val="100000"/>
              </a:lnSpc>
              <a:spcBef>
                <a:spcPts val="600"/>
              </a:spcBef>
              <a:spcAft>
                <a:spcPts val="0"/>
              </a:spcAft>
              <a:buSzPts val="900"/>
              <a:buFont typeface="Archivo"/>
              <a:buNone/>
              <a:defRPr sz="900">
                <a:solidFill>
                  <a:schemeClr val="dk2"/>
                </a:solidFill>
              </a:defRPr>
            </a:lvl1pPr>
            <a:lvl2pPr indent="-228600" lvl="1" marL="914400" algn="l">
              <a:lnSpc>
                <a:spcPct val="100000"/>
              </a:lnSpc>
              <a:spcBef>
                <a:spcPts val="600"/>
              </a:spcBef>
              <a:spcAft>
                <a:spcPts val="0"/>
              </a:spcAft>
              <a:buSzPts val="1100"/>
              <a:buFont typeface="Archivo"/>
              <a:buNone/>
              <a:defRPr sz="1100"/>
            </a:lvl2pPr>
            <a:lvl3pPr indent="-228600" lvl="2" marL="1371600" algn="l">
              <a:lnSpc>
                <a:spcPct val="100000"/>
              </a:lnSpc>
              <a:spcBef>
                <a:spcPts val="600"/>
              </a:spcBef>
              <a:spcAft>
                <a:spcPts val="0"/>
              </a:spcAft>
              <a:buSzPts val="1100"/>
              <a:buFont typeface="Archivo"/>
              <a:buNone/>
              <a:defRPr sz="1100"/>
            </a:lvl3pPr>
            <a:lvl4pPr indent="-228600" lvl="3" marL="1828800" algn="l">
              <a:spcBef>
                <a:spcPts val="600"/>
              </a:spcBef>
              <a:spcAft>
                <a:spcPts val="0"/>
              </a:spcAft>
              <a:buSzPts val="1100"/>
              <a:buFont typeface="Arial"/>
              <a:buNone/>
              <a:defRPr sz="1100"/>
            </a:lvl4pPr>
            <a:lvl5pPr indent="-228600" lvl="4" marL="2286000" algn="l">
              <a:spcBef>
                <a:spcPts val="220"/>
              </a:spcBef>
              <a:spcAft>
                <a:spcPts val="0"/>
              </a:spcAft>
              <a:buSzPts val="1100"/>
              <a:buFont typeface="Arial"/>
              <a:buNone/>
              <a:defRPr sz="11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09" name="Google Shape;109;p21"/>
          <p:cNvSpPr txBox="1"/>
          <p:nvPr>
            <p:ph idx="7" type="body"/>
          </p:nvPr>
        </p:nvSpPr>
        <p:spPr>
          <a:xfrm>
            <a:off x="2249424" y="3200400"/>
            <a:ext cx="2048256" cy="338554"/>
          </a:xfrm>
          <a:prstGeom prst="rect">
            <a:avLst/>
          </a:prstGeom>
          <a:noFill/>
          <a:ln>
            <a:noFill/>
          </a:ln>
        </p:spPr>
        <p:txBody>
          <a:bodyPr anchorCtr="0" anchor="b" bIns="45700" lIns="91425" spcFirstLastPara="1" rIns="91425" wrap="square" tIns="45700">
            <a:spAutoFit/>
          </a:bodyPr>
          <a:lstStyle>
            <a:lvl1pPr indent="-228600" lvl="0" marL="457200" algn="l">
              <a:lnSpc>
                <a:spcPct val="100000"/>
              </a:lnSpc>
              <a:spcBef>
                <a:spcPts val="600"/>
              </a:spcBef>
              <a:spcAft>
                <a:spcPts val="0"/>
              </a:spcAft>
              <a:buSzPts val="1600"/>
              <a:buFont typeface="Archivo"/>
              <a:buNone/>
              <a:defRPr b="1" i="0" sz="1600">
                <a:solidFill>
                  <a:schemeClr val="dk1"/>
                </a:solidFill>
                <a:latin typeface="Archivo"/>
                <a:ea typeface="Archivo"/>
                <a:cs typeface="Archivo"/>
                <a:sym typeface="Archivo"/>
              </a:defRPr>
            </a:lvl1pPr>
            <a:lvl2pPr indent="-228600" lvl="1" marL="914400" algn="l">
              <a:lnSpc>
                <a:spcPct val="100000"/>
              </a:lnSpc>
              <a:spcBef>
                <a:spcPts val="600"/>
              </a:spcBef>
              <a:spcAft>
                <a:spcPts val="0"/>
              </a:spcAft>
              <a:buSzPts val="1100"/>
              <a:buFont typeface="Archivo"/>
              <a:buNone/>
              <a:defRPr sz="1100"/>
            </a:lvl2pPr>
            <a:lvl3pPr indent="-228600" lvl="2" marL="1371600" algn="l">
              <a:lnSpc>
                <a:spcPct val="100000"/>
              </a:lnSpc>
              <a:spcBef>
                <a:spcPts val="600"/>
              </a:spcBef>
              <a:spcAft>
                <a:spcPts val="0"/>
              </a:spcAft>
              <a:buSzPts val="1100"/>
              <a:buFont typeface="Archivo"/>
              <a:buNone/>
              <a:defRPr sz="1100"/>
            </a:lvl3pPr>
            <a:lvl4pPr indent="-228600" lvl="3" marL="1828800" algn="l">
              <a:spcBef>
                <a:spcPts val="600"/>
              </a:spcBef>
              <a:spcAft>
                <a:spcPts val="0"/>
              </a:spcAft>
              <a:buSzPts val="1100"/>
              <a:buFont typeface="Arial"/>
              <a:buNone/>
              <a:defRPr sz="1100"/>
            </a:lvl4pPr>
            <a:lvl5pPr indent="-228600" lvl="4" marL="2286000" algn="l">
              <a:spcBef>
                <a:spcPts val="220"/>
              </a:spcBef>
              <a:spcAft>
                <a:spcPts val="0"/>
              </a:spcAft>
              <a:buSzPts val="1100"/>
              <a:buFont typeface="Arial"/>
              <a:buNone/>
              <a:defRPr sz="11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10" name="Google Shape;110;p21"/>
          <p:cNvSpPr txBox="1"/>
          <p:nvPr>
            <p:ph idx="8" type="body"/>
          </p:nvPr>
        </p:nvSpPr>
        <p:spPr>
          <a:xfrm>
            <a:off x="2249424" y="3456432"/>
            <a:ext cx="2048256" cy="276999"/>
          </a:xfrm>
          <a:prstGeom prst="rect">
            <a:avLst/>
          </a:prstGeom>
          <a:noFill/>
          <a:ln>
            <a:noFill/>
          </a:ln>
        </p:spPr>
        <p:txBody>
          <a:bodyPr anchorCtr="0" anchor="t" bIns="45700" lIns="91425" spcFirstLastPara="1" rIns="91425" wrap="square" tIns="45700">
            <a:spAutoFit/>
          </a:bodyPr>
          <a:lstStyle>
            <a:lvl1pPr indent="-228600" lvl="0" marL="457200" algn="l">
              <a:lnSpc>
                <a:spcPct val="100000"/>
              </a:lnSpc>
              <a:spcBef>
                <a:spcPts val="600"/>
              </a:spcBef>
              <a:spcAft>
                <a:spcPts val="0"/>
              </a:spcAft>
              <a:buSzPts val="1200"/>
              <a:buFont typeface="Archivo"/>
              <a:buNone/>
              <a:defRPr sz="1200">
                <a:solidFill>
                  <a:schemeClr val="dk1"/>
                </a:solidFill>
              </a:defRPr>
            </a:lvl1pPr>
            <a:lvl2pPr indent="-228600" lvl="1" marL="914400" algn="l">
              <a:lnSpc>
                <a:spcPct val="100000"/>
              </a:lnSpc>
              <a:spcBef>
                <a:spcPts val="600"/>
              </a:spcBef>
              <a:spcAft>
                <a:spcPts val="0"/>
              </a:spcAft>
              <a:buSzPts val="1100"/>
              <a:buFont typeface="Archivo"/>
              <a:buNone/>
              <a:defRPr sz="1100"/>
            </a:lvl2pPr>
            <a:lvl3pPr indent="-228600" lvl="2" marL="1371600" algn="l">
              <a:lnSpc>
                <a:spcPct val="100000"/>
              </a:lnSpc>
              <a:spcBef>
                <a:spcPts val="600"/>
              </a:spcBef>
              <a:spcAft>
                <a:spcPts val="0"/>
              </a:spcAft>
              <a:buSzPts val="1100"/>
              <a:buFont typeface="Archivo"/>
              <a:buNone/>
              <a:defRPr sz="1100"/>
            </a:lvl3pPr>
            <a:lvl4pPr indent="-228600" lvl="3" marL="1828800" algn="l">
              <a:spcBef>
                <a:spcPts val="600"/>
              </a:spcBef>
              <a:spcAft>
                <a:spcPts val="0"/>
              </a:spcAft>
              <a:buSzPts val="1100"/>
              <a:buFont typeface="Arial"/>
              <a:buNone/>
              <a:defRPr sz="1100"/>
            </a:lvl4pPr>
            <a:lvl5pPr indent="-228600" lvl="4" marL="2286000" algn="l">
              <a:spcBef>
                <a:spcPts val="220"/>
              </a:spcBef>
              <a:spcAft>
                <a:spcPts val="0"/>
              </a:spcAft>
              <a:buSzPts val="1100"/>
              <a:buFont typeface="Arial"/>
              <a:buNone/>
              <a:defRPr sz="11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11" name="Google Shape;111;p21"/>
          <p:cNvSpPr txBox="1"/>
          <p:nvPr>
            <p:ph idx="9" type="body"/>
          </p:nvPr>
        </p:nvSpPr>
        <p:spPr>
          <a:xfrm>
            <a:off x="2249424" y="3755938"/>
            <a:ext cx="2048256" cy="230832"/>
          </a:xfrm>
          <a:prstGeom prst="rect">
            <a:avLst/>
          </a:prstGeom>
          <a:noFill/>
          <a:ln>
            <a:noFill/>
          </a:ln>
        </p:spPr>
        <p:txBody>
          <a:bodyPr anchorCtr="0" anchor="t" bIns="45700" lIns="91425" spcFirstLastPara="1" rIns="91425" wrap="square" tIns="45700">
            <a:spAutoFit/>
          </a:bodyPr>
          <a:lstStyle>
            <a:lvl1pPr indent="-228600" lvl="0" marL="457200" algn="l">
              <a:lnSpc>
                <a:spcPct val="100000"/>
              </a:lnSpc>
              <a:spcBef>
                <a:spcPts val="600"/>
              </a:spcBef>
              <a:spcAft>
                <a:spcPts val="0"/>
              </a:spcAft>
              <a:buSzPts val="900"/>
              <a:buFont typeface="Archivo"/>
              <a:buNone/>
              <a:defRPr sz="900">
                <a:solidFill>
                  <a:schemeClr val="dk2"/>
                </a:solidFill>
              </a:defRPr>
            </a:lvl1pPr>
            <a:lvl2pPr indent="-228600" lvl="1" marL="914400" algn="l">
              <a:lnSpc>
                <a:spcPct val="100000"/>
              </a:lnSpc>
              <a:spcBef>
                <a:spcPts val="600"/>
              </a:spcBef>
              <a:spcAft>
                <a:spcPts val="0"/>
              </a:spcAft>
              <a:buSzPts val="1100"/>
              <a:buFont typeface="Archivo"/>
              <a:buNone/>
              <a:defRPr sz="1100"/>
            </a:lvl2pPr>
            <a:lvl3pPr indent="-228600" lvl="2" marL="1371600" algn="l">
              <a:lnSpc>
                <a:spcPct val="100000"/>
              </a:lnSpc>
              <a:spcBef>
                <a:spcPts val="600"/>
              </a:spcBef>
              <a:spcAft>
                <a:spcPts val="0"/>
              </a:spcAft>
              <a:buSzPts val="1100"/>
              <a:buFont typeface="Archivo"/>
              <a:buNone/>
              <a:defRPr sz="1100"/>
            </a:lvl3pPr>
            <a:lvl4pPr indent="-228600" lvl="3" marL="1828800" algn="l">
              <a:spcBef>
                <a:spcPts val="600"/>
              </a:spcBef>
              <a:spcAft>
                <a:spcPts val="0"/>
              </a:spcAft>
              <a:buSzPts val="1100"/>
              <a:buFont typeface="Arial"/>
              <a:buNone/>
              <a:defRPr sz="1100"/>
            </a:lvl4pPr>
            <a:lvl5pPr indent="-228600" lvl="4" marL="2286000" algn="l">
              <a:spcBef>
                <a:spcPts val="220"/>
              </a:spcBef>
              <a:spcAft>
                <a:spcPts val="0"/>
              </a:spcAft>
              <a:buSzPts val="1100"/>
              <a:buFont typeface="Arial"/>
              <a:buNone/>
              <a:defRPr sz="11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12" name="Google Shape;112;p21"/>
          <p:cNvSpPr txBox="1"/>
          <p:nvPr>
            <p:ph idx="13" type="body"/>
          </p:nvPr>
        </p:nvSpPr>
        <p:spPr>
          <a:xfrm>
            <a:off x="6202124" y="1106424"/>
            <a:ext cx="2048256" cy="338554"/>
          </a:xfrm>
          <a:prstGeom prst="rect">
            <a:avLst/>
          </a:prstGeom>
          <a:noFill/>
          <a:ln>
            <a:noFill/>
          </a:ln>
        </p:spPr>
        <p:txBody>
          <a:bodyPr anchorCtr="0" anchor="b" bIns="45700" lIns="91425" spcFirstLastPara="1" rIns="91425" wrap="square" tIns="45700">
            <a:spAutoFit/>
          </a:bodyPr>
          <a:lstStyle>
            <a:lvl1pPr indent="-228600" lvl="0" marL="457200" algn="l">
              <a:lnSpc>
                <a:spcPct val="100000"/>
              </a:lnSpc>
              <a:spcBef>
                <a:spcPts val="600"/>
              </a:spcBef>
              <a:spcAft>
                <a:spcPts val="0"/>
              </a:spcAft>
              <a:buSzPts val="1600"/>
              <a:buFont typeface="Archivo"/>
              <a:buNone/>
              <a:defRPr b="1" i="0" sz="1600">
                <a:solidFill>
                  <a:schemeClr val="dk1"/>
                </a:solidFill>
                <a:latin typeface="Archivo"/>
                <a:ea typeface="Archivo"/>
                <a:cs typeface="Archivo"/>
                <a:sym typeface="Archivo"/>
              </a:defRPr>
            </a:lvl1pPr>
            <a:lvl2pPr indent="-228600" lvl="1" marL="914400" algn="l">
              <a:lnSpc>
                <a:spcPct val="100000"/>
              </a:lnSpc>
              <a:spcBef>
                <a:spcPts val="600"/>
              </a:spcBef>
              <a:spcAft>
                <a:spcPts val="0"/>
              </a:spcAft>
              <a:buSzPts val="1100"/>
              <a:buFont typeface="Archivo"/>
              <a:buNone/>
              <a:defRPr sz="1100"/>
            </a:lvl2pPr>
            <a:lvl3pPr indent="-228600" lvl="2" marL="1371600" algn="l">
              <a:lnSpc>
                <a:spcPct val="100000"/>
              </a:lnSpc>
              <a:spcBef>
                <a:spcPts val="600"/>
              </a:spcBef>
              <a:spcAft>
                <a:spcPts val="0"/>
              </a:spcAft>
              <a:buSzPts val="1100"/>
              <a:buFont typeface="Archivo"/>
              <a:buNone/>
              <a:defRPr sz="1100"/>
            </a:lvl3pPr>
            <a:lvl4pPr indent="-228600" lvl="3" marL="1828800" algn="l">
              <a:spcBef>
                <a:spcPts val="600"/>
              </a:spcBef>
              <a:spcAft>
                <a:spcPts val="0"/>
              </a:spcAft>
              <a:buSzPts val="1100"/>
              <a:buFont typeface="Arial"/>
              <a:buNone/>
              <a:defRPr sz="1100"/>
            </a:lvl4pPr>
            <a:lvl5pPr indent="-228600" lvl="4" marL="2286000" algn="l">
              <a:spcBef>
                <a:spcPts val="220"/>
              </a:spcBef>
              <a:spcAft>
                <a:spcPts val="0"/>
              </a:spcAft>
              <a:buSzPts val="1100"/>
              <a:buFont typeface="Arial"/>
              <a:buNone/>
              <a:defRPr sz="11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13" name="Google Shape;113;p21"/>
          <p:cNvSpPr txBox="1"/>
          <p:nvPr>
            <p:ph idx="14" type="body"/>
          </p:nvPr>
        </p:nvSpPr>
        <p:spPr>
          <a:xfrm>
            <a:off x="6202124" y="1371600"/>
            <a:ext cx="2048256" cy="276999"/>
          </a:xfrm>
          <a:prstGeom prst="rect">
            <a:avLst/>
          </a:prstGeom>
          <a:noFill/>
          <a:ln>
            <a:noFill/>
          </a:ln>
        </p:spPr>
        <p:txBody>
          <a:bodyPr anchorCtr="0" anchor="t" bIns="45700" lIns="91425" spcFirstLastPara="1" rIns="91425" wrap="square" tIns="45700">
            <a:spAutoFit/>
          </a:bodyPr>
          <a:lstStyle>
            <a:lvl1pPr indent="-228600" lvl="0" marL="457200" algn="l">
              <a:lnSpc>
                <a:spcPct val="100000"/>
              </a:lnSpc>
              <a:spcBef>
                <a:spcPts val="600"/>
              </a:spcBef>
              <a:spcAft>
                <a:spcPts val="0"/>
              </a:spcAft>
              <a:buSzPts val="1200"/>
              <a:buFont typeface="Archivo"/>
              <a:buNone/>
              <a:defRPr sz="1200">
                <a:solidFill>
                  <a:schemeClr val="dk1"/>
                </a:solidFill>
              </a:defRPr>
            </a:lvl1pPr>
            <a:lvl2pPr indent="-228600" lvl="1" marL="914400" algn="l">
              <a:lnSpc>
                <a:spcPct val="100000"/>
              </a:lnSpc>
              <a:spcBef>
                <a:spcPts val="600"/>
              </a:spcBef>
              <a:spcAft>
                <a:spcPts val="0"/>
              </a:spcAft>
              <a:buSzPts val="1100"/>
              <a:buFont typeface="Archivo"/>
              <a:buNone/>
              <a:defRPr sz="1100"/>
            </a:lvl2pPr>
            <a:lvl3pPr indent="-228600" lvl="2" marL="1371600" algn="l">
              <a:lnSpc>
                <a:spcPct val="100000"/>
              </a:lnSpc>
              <a:spcBef>
                <a:spcPts val="600"/>
              </a:spcBef>
              <a:spcAft>
                <a:spcPts val="0"/>
              </a:spcAft>
              <a:buSzPts val="1100"/>
              <a:buFont typeface="Archivo"/>
              <a:buNone/>
              <a:defRPr sz="1100"/>
            </a:lvl3pPr>
            <a:lvl4pPr indent="-228600" lvl="3" marL="1828800" algn="l">
              <a:spcBef>
                <a:spcPts val="600"/>
              </a:spcBef>
              <a:spcAft>
                <a:spcPts val="0"/>
              </a:spcAft>
              <a:buSzPts val="1100"/>
              <a:buFont typeface="Arial"/>
              <a:buNone/>
              <a:defRPr sz="1100"/>
            </a:lvl4pPr>
            <a:lvl5pPr indent="-228600" lvl="4" marL="2286000" algn="l">
              <a:spcBef>
                <a:spcPts val="220"/>
              </a:spcBef>
              <a:spcAft>
                <a:spcPts val="0"/>
              </a:spcAft>
              <a:buSzPts val="1100"/>
              <a:buFont typeface="Arial"/>
              <a:buNone/>
              <a:defRPr sz="11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14" name="Google Shape;114;p21"/>
          <p:cNvSpPr txBox="1"/>
          <p:nvPr>
            <p:ph idx="15" type="body"/>
          </p:nvPr>
        </p:nvSpPr>
        <p:spPr>
          <a:xfrm>
            <a:off x="6202124" y="1661962"/>
            <a:ext cx="2048256" cy="230832"/>
          </a:xfrm>
          <a:prstGeom prst="rect">
            <a:avLst/>
          </a:prstGeom>
          <a:noFill/>
          <a:ln>
            <a:noFill/>
          </a:ln>
        </p:spPr>
        <p:txBody>
          <a:bodyPr anchorCtr="0" anchor="t" bIns="45700" lIns="91425" spcFirstLastPara="1" rIns="91425" wrap="square" tIns="45700">
            <a:spAutoFit/>
          </a:bodyPr>
          <a:lstStyle>
            <a:lvl1pPr indent="-228600" lvl="0" marL="457200" algn="l">
              <a:lnSpc>
                <a:spcPct val="100000"/>
              </a:lnSpc>
              <a:spcBef>
                <a:spcPts val="600"/>
              </a:spcBef>
              <a:spcAft>
                <a:spcPts val="0"/>
              </a:spcAft>
              <a:buSzPts val="900"/>
              <a:buFont typeface="Archivo"/>
              <a:buNone/>
              <a:defRPr sz="900">
                <a:solidFill>
                  <a:schemeClr val="dk2"/>
                </a:solidFill>
              </a:defRPr>
            </a:lvl1pPr>
            <a:lvl2pPr indent="-228600" lvl="1" marL="914400" algn="l">
              <a:lnSpc>
                <a:spcPct val="100000"/>
              </a:lnSpc>
              <a:spcBef>
                <a:spcPts val="600"/>
              </a:spcBef>
              <a:spcAft>
                <a:spcPts val="0"/>
              </a:spcAft>
              <a:buSzPts val="1100"/>
              <a:buFont typeface="Archivo"/>
              <a:buNone/>
              <a:defRPr sz="1100"/>
            </a:lvl2pPr>
            <a:lvl3pPr indent="-228600" lvl="2" marL="1371600" algn="l">
              <a:lnSpc>
                <a:spcPct val="100000"/>
              </a:lnSpc>
              <a:spcBef>
                <a:spcPts val="600"/>
              </a:spcBef>
              <a:spcAft>
                <a:spcPts val="0"/>
              </a:spcAft>
              <a:buSzPts val="1100"/>
              <a:buFont typeface="Archivo"/>
              <a:buNone/>
              <a:defRPr sz="1100"/>
            </a:lvl3pPr>
            <a:lvl4pPr indent="-228600" lvl="3" marL="1828800" algn="l">
              <a:spcBef>
                <a:spcPts val="600"/>
              </a:spcBef>
              <a:spcAft>
                <a:spcPts val="0"/>
              </a:spcAft>
              <a:buSzPts val="1100"/>
              <a:buFont typeface="Arial"/>
              <a:buNone/>
              <a:defRPr sz="1100"/>
            </a:lvl4pPr>
            <a:lvl5pPr indent="-228600" lvl="4" marL="2286000" algn="l">
              <a:spcBef>
                <a:spcPts val="220"/>
              </a:spcBef>
              <a:spcAft>
                <a:spcPts val="0"/>
              </a:spcAft>
              <a:buSzPts val="1100"/>
              <a:buFont typeface="Arial"/>
              <a:buNone/>
              <a:defRPr sz="11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15" name="Google Shape;115;p21"/>
          <p:cNvSpPr/>
          <p:nvPr>
            <p:ph idx="16" type="pic"/>
          </p:nvPr>
        </p:nvSpPr>
        <p:spPr>
          <a:xfrm>
            <a:off x="4609129" y="2880399"/>
            <a:ext cx="1509854" cy="1508760"/>
          </a:xfrm>
          <a:prstGeom prst="roundRect">
            <a:avLst>
              <a:gd fmla="val 2878" name="adj"/>
            </a:avLst>
          </a:prstGeom>
          <a:solidFill>
            <a:srgbClr val="7D8B99"/>
          </a:solidFill>
          <a:ln cap="flat" cmpd="sng" w="19050">
            <a:solidFill>
              <a:schemeClr val="lt1"/>
            </a:solidFill>
            <a:prstDash val="solid"/>
            <a:round/>
            <a:headEnd len="sm" w="sm" type="none"/>
            <a:tailEnd len="sm" w="sm" type="none"/>
          </a:ln>
        </p:spPr>
      </p:sp>
      <p:sp>
        <p:nvSpPr>
          <p:cNvPr id="116" name="Google Shape;116;p21"/>
          <p:cNvSpPr txBox="1"/>
          <p:nvPr>
            <p:ph idx="17" type="body"/>
          </p:nvPr>
        </p:nvSpPr>
        <p:spPr>
          <a:xfrm>
            <a:off x="6202124" y="3200400"/>
            <a:ext cx="2048256" cy="338554"/>
          </a:xfrm>
          <a:prstGeom prst="rect">
            <a:avLst/>
          </a:prstGeom>
          <a:noFill/>
          <a:ln>
            <a:noFill/>
          </a:ln>
        </p:spPr>
        <p:txBody>
          <a:bodyPr anchorCtr="0" anchor="b" bIns="45700" lIns="91425" spcFirstLastPara="1" rIns="91425" wrap="square" tIns="45700">
            <a:spAutoFit/>
          </a:bodyPr>
          <a:lstStyle>
            <a:lvl1pPr indent="-228600" lvl="0" marL="457200" algn="l">
              <a:lnSpc>
                <a:spcPct val="100000"/>
              </a:lnSpc>
              <a:spcBef>
                <a:spcPts val="600"/>
              </a:spcBef>
              <a:spcAft>
                <a:spcPts val="0"/>
              </a:spcAft>
              <a:buSzPts val="1600"/>
              <a:buFont typeface="Archivo"/>
              <a:buNone/>
              <a:defRPr b="1" i="0" sz="1600">
                <a:solidFill>
                  <a:schemeClr val="dk1"/>
                </a:solidFill>
                <a:latin typeface="Archivo"/>
                <a:ea typeface="Archivo"/>
                <a:cs typeface="Archivo"/>
                <a:sym typeface="Archivo"/>
              </a:defRPr>
            </a:lvl1pPr>
            <a:lvl2pPr indent="-228600" lvl="1" marL="914400" algn="l">
              <a:lnSpc>
                <a:spcPct val="100000"/>
              </a:lnSpc>
              <a:spcBef>
                <a:spcPts val="600"/>
              </a:spcBef>
              <a:spcAft>
                <a:spcPts val="0"/>
              </a:spcAft>
              <a:buSzPts val="1100"/>
              <a:buFont typeface="Archivo"/>
              <a:buNone/>
              <a:defRPr sz="1100"/>
            </a:lvl2pPr>
            <a:lvl3pPr indent="-228600" lvl="2" marL="1371600" algn="l">
              <a:lnSpc>
                <a:spcPct val="100000"/>
              </a:lnSpc>
              <a:spcBef>
                <a:spcPts val="600"/>
              </a:spcBef>
              <a:spcAft>
                <a:spcPts val="0"/>
              </a:spcAft>
              <a:buSzPts val="1100"/>
              <a:buFont typeface="Archivo"/>
              <a:buNone/>
              <a:defRPr sz="1100"/>
            </a:lvl3pPr>
            <a:lvl4pPr indent="-228600" lvl="3" marL="1828800" algn="l">
              <a:spcBef>
                <a:spcPts val="600"/>
              </a:spcBef>
              <a:spcAft>
                <a:spcPts val="0"/>
              </a:spcAft>
              <a:buSzPts val="1100"/>
              <a:buFont typeface="Arial"/>
              <a:buNone/>
              <a:defRPr sz="1100"/>
            </a:lvl4pPr>
            <a:lvl5pPr indent="-228600" lvl="4" marL="2286000" algn="l">
              <a:spcBef>
                <a:spcPts val="220"/>
              </a:spcBef>
              <a:spcAft>
                <a:spcPts val="0"/>
              </a:spcAft>
              <a:buSzPts val="1100"/>
              <a:buFont typeface="Arial"/>
              <a:buNone/>
              <a:defRPr sz="11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17" name="Google Shape;117;p21"/>
          <p:cNvSpPr txBox="1"/>
          <p:nvPr>
            <p:ph idx="18" type="body"/>
          </p:nvPr>
        </p:nvSpPr>
        <p:spPr>
          <a:xfrm>
            <a:off x="6202124" y="3456432"/>
            <a:ext cx="2048256" cy="276999"/>
          </a:xfrm>
          <a:prstGeom prst="rect">
            <a:avLst/>
          </a:prstGeom>
          <a:noFill/>
          <a:ln>
            <a:noFill/>
          </a:ln>
        </p:spPr>
        <p:txBody>
          <a:bodyPr anchorCtr="0" anchor="t" bIns="45700" lIns="91425" spcFirstLastPara="1" rIns="91425" wrap="square" tIns="45700">
            <a:spAutoFit/>
          </a:bodyPr>
          <a:lstStyle>
            <a:lvl1pPr indent="-228600" lvl="0" marL="457200" algn="l">
              <a:lnSpc>
                <a:spcPct val="100000"/>
              </a:lnSpc>
              <a:spcBef>
                <a:spcPts val="600"/>
              </a:spcBef>
              <a:spcAft>
                <a:spcPts val="0"/>
              </a:spcAft>
              <a:buSzPts val="1200"/>
              <a:buFont typeface="Archivo"/>
              <a:buNone/>
              <a:defRPr sz="1200">
                <a:solidFill>
                  <a:schemeClr val="dk1"/>
                </a:solidFill>
              </a:defRPr>
            </a:lvl1pPr>
            <a:lvl2pPr indent="-228600" lvl="1" marL="914400" algn="l">
              <a:lnSpc>
                <a:spcPct val="100000"/>
              </a:lnSpc>
              <a:spcBef>
                <a:spcPts val="600"/>
              </a:spcBef>
              <a:spcAft>
                <a:spcPts val="0"/>
              </a:spcAft>
              <a:buSzPts val="1100"/>
              <a:buFont typeface="Archivo"/>
              <a:buNone/>
              <a:defRPr sz="1100"/>
            </a:lvl2pPr>
            <a:lvl3pPr indent="-228600" lvl="2" marL="1371600" algn="l">
              <a:lnSpc>
                <a:spcPct val="100000"/>
              </a:lnSpc>
              <a:spcBef>
                <a:spcPts val="600"/>
              </a:spcBef>
              <a:spcAft>
                <a:spcPts val="0"/>
              </a:spcAft>
              <a:buSzPts val="1100"/>
              <a:buFont typeface="Archivo"/>
              <a:buNone/>
              <a:defRPr sz="1100"/>
            </a:lvl3pPr>
            <a:lvl4pPr indent="-228600" lvl="3" marL="1828800" algn="l">
              <a:spcBef>
                <a:spcPts val="600"/>
              </a:spcBef>
              <a:spcAft>
                <a:spcPts val="0"/>
              </a:spcAft>
              <a:buSzPts val="1100"/>
              <a:buFont typeface="Arial"/>
              <a:buNone/>
              <a:defRPr sz="1100"/>
            </a:lvl4pPr>
            <a:lvl5pPr indent="-228600" lvl="4" marL="2286000" algn="l">
              <a:spcBef>
                <a:spcPts val="220"/>
              </a:spcBef>
              <a:spcAft>
                <a:spcPts val="0"/>
              </a:spcAft>
              <a:buSzPts val="1100"/>
              <a:buFont typeface="Arial"/>
              <a:buNone/>
              <a:defRPr sz="11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18" name="Google Shape;118;p21"/>
          <p:cNvSpPr txBox="1"/>
          <p:nvPr>
            <p:ph idx="19" type="body"/>
          </p:nvPr>
        </p:nvSpPr>
        <p:spPr>
          <a:xfrm>
            <a:off x="6202124" y="3755938"/>
            <a:ext cx="2048256" cy="230832"/>
          </a:xfrm>
          <a:prstGeom prst="rect">
            <a:avLst/>
          </a:prstGeom>
          <a:noFill/>
          <a:ln>
            <a:noFill/>
          </a:ln>
        </p:spPr>
        <p:txBody>
          <a:bodyPr anchorCtr="0" anchor="t" bIns="45700" lIns="91425" spcFirstLastPara="1" rIns="91425" wrap="square" tIns="45700">
            <a:spAutoFit/>
          </a:bodyPr>
          <a:lstStyle>
            <a:lvl1pPr indent="-228600" lvl="0" marL="457200" algn="l">
              <a:lnSpc>
                <a:spcPct val="100000"/>
              </a:lnSpc>
              <a:spcBef>
                <a:spcPts val="600"/>
              </a:spcBef>
              <a:spcAft>
                <a:spcPts val="0"/>
              </a:spcAft>
              <a:buSzPts val="900"/>
              <a:buFont typeface="Archivo"/>
              <a:buNone/>
              <a:defRPr sz="900">
                <a:solidFill>
                  <a:schemeClr val="dk2"/>
                </a:solidFill>
              </a:defRPr>
            </a:lvl1pPr>
            <a:lvl2pPr indent="-228600" lvl="1" marL="914400" algn="l">
              <a:lnSpc>
                <a:spcPct val="100000"/>
              </a:lnSpc>
              <a:spcBef>
                <a:spcPts val="600"/>
              </a:spcBef>
              <a:spcAft>
                <a:spcPts val="0"/>
              </a:spcAft>
              <a:buSzPts val="1100"/>
              <a:buFont typeface="Archivo"/>
              <a:buNone/>
              <a:defRPr sz="1100"/>
            </a:lvl2pPr>
            <a:lvl3pPr indent="-228600" lvl="2" marL="1371600" algn="l">
              <a:lnSpc>
                <a:spcPct val="100000"/>
              </a:lnSpc>
              <a:spcBef>
                <a:spcPts val="600"/>
              </a:spcBef>
              <a:spcAft>
                <a:spcPts val="0"/>
              </a:spcAft>
              <a:buSzPts val="1100"/>
              <a:buFont typeface="Archivo"/>
              <a:buNone/>
              <a:defRPr sz="1100"/>
            </a:lvl3pPr>
            <a:lvl4pPr indent="-228600" lvl="3" marL="1828800" algn="l">
              <a:spcBef>
                <a:spcPts val="600"/>
              </a:spcBef>
              <a:spcAft>
                <a:spcPts val="0"/>
              </a:spcAft>
              <a:buSzPts val="1100"/>
              <a:buFont typeface="Arial"/>
              <a:buNone/>
              <a:defRPr sz="1100"/>
            </a:lvl4pPr>
            <a:lvl5pPr indent="-228600" lvl="4" marL="2286000" algn="l">
              <a:spcBef>
                <a:spcPts val="220"/>
              </a:spcBef>
              <a:spcAft>
                <a:spcPts val="0"/>
              </a:spcAft>
              <a:buSzPts val="1100"/>
              <a:buFont typeface="Arial"/>
              <a:buNone/>
              <a:defRPr sz="11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_Alt">
  <p:cSld name="Title Only_Alt">
    <p:spTree>
      <p:nvGrpSpPr>
        <p:cNvPr id="119" name="Shape 119"/>
        <p:cNvGrpSpPr/>
        <p:nvPr/>
      </p:nvGrpSpPr>
      <p:grpSpPr>
        <a:xfrm>
          <a:off x="0" y="0"/>
          <a:ext cx="0" cy="0"/>
          <a:chOff x="0" y="0"/>
          <a:chExt cx="0" cy="0"/>
        </a:xfrm>
      </p:grpSpPr>
      <p:pic>
        <p:nvPicPr>
          <p:cNvPr id="120" name="Google Shape;120;p22"/>
          <p:cNvPicPr preferRelativeResize="0"/>
          <p:nvPr/>
        </p:nvPicPr>
        <p:blipFill rotWithShape="1">
          <a:blip r:embed="rId2">
            <a:alphaModFix/>
          </a:blip>
          <a:srcRect b="38102" l="0" r="0" t="0"/>
          <a:stretch/>
        </p:blipFill>
        <p:spPr>
          <a:xfrm>
            <a:off x="0" y="1"/>
            <a:ext cx="9144000" cy="5143500"/>
          </a:xfrm>
          <a:prstGeom prst="rect">
            <a:avLst/>
          </a:prstGeom>
          <a:noFill/>
          <a:ln>
            <a:noFill/>
          </a:ln>
        </p:spPr>
      </p:pic>
      <p:sp>
        <p:nvSpPr>
          <p:cNvPr id="121" name="Google Shape;121;p22"/>
          <p:cNvSpPr txBox="1"/>
          <p:nvPr>
            <p:ph type="title"/>
          </p:nvPr>
        </p:nvSpPr>
        <p:spPr>
          <a:xfrm>
            <a:off x="457200" y="374904"/>
            <a:ext cx="8229600" cy="480131"/>
          </a:xfrm>
          <a:prstGeom prst="rect">
            <a:avLst/>
          </a:prstGeom>
          <a:noFill/>
          <a:ln>
            <a:noFill/>
          </a:ln>
        </p:spPr>
        <p:txBody>
          <a:bodyPr anchorCtr="0" anchor="t" bIns="45700" lIns="91425" spcFirstLastPara="1" rIns="91425" wrap="square" tIns="45700">
            <a:spAutoFit/>
          </a:bodyPr>
          <a:lstStyle>
            <a:lvl1pPr lvl="0" algn="l">
              <a:lnSpc>
                <a:spcPct val="90000"/>
              </a:lnSpc>
              <a:spcBef>
                <a:spcPts val="0"/>
              </a:spcBef>
              <a:spcAft>
                <a:spcPts val="0"/>
              </a:spcAft>
              <a:buClr>
                <a:srgbClr val="0F2E66"/>
              </a:buClr>
              <a:buSzPts val="2800"/>
              <a:buFont typeface="Archivo"/>
              <a:buNone/>
              <a:defRPr b="1" sz="2800">
                <a:solidFill>
                  <a:srgbClr val="0F2E66"/>
                </a:solidFill>
                <a:latin typeface="Archivo"/>
                <a:ea typeface="Archivo"/>
                <a:cs typeface="Archivo"/>
                <a:sym typeface="Archiv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2" name="Google Shape;122;p22"/>
          <p:cNvSpPr txBox="1"/>
          <p:nvPr>
            <p:ph idx="11" type="ftr"/>
          </p:nvPr>
        </p:nvSpPr>
        <p:spPr>
          <a:xfrm>
            <a:off x="27432" y="4818888"/>
            <a:ext cx="3086100" cy="274637"/>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800">
                <a:solidFill>
                  <a:srgbClr val="7D8B99"/>
                </a:solidFill>
                <a:latin typeface="Archivo"/>
                <a:ea typeface="Archivo"/>
                <a:cs typeface="Archivo"/>
                <a:sym typeface="Archivo"/>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Headline_Alt">
  <p:cSld name="1/2 Headline_Alt">
    <p:spTree>
      <p:nvGrpSpPr>
        <p:cNvPr id="123" name="Shape 123"/>
        <p:cNvGrpSpPr/>
        <p:nvPr/>
      </p:nvGrpSpPr>
      <p:grpSpPr>
        <a:xfrm>
          <a:off x="0" y="0"/>
          <a:ext cx="0" cy="0"/>
          <a:chOff x="0" y="0"/>
          <a:chExt cx="0" cy="0"/>
        </a:xfrm>
      </p:grpSpPr>
      <p:pic>
        <p:nvPicPr>
          <p:cNvPr id="124" name="Google Shape;124;p23"/>
          <p:cNvPicPr preferRelativeResize="0"/>
          <p:nvPr/>
        </p:nvPicPr>
        <p:blipFill rotWithShape="1">
          <a:blip r:embed="rId2">
            <a:alphaModFix/>
          </a:blip>
          <a:srcRect b="38102" l="0" r="0" t="0"/>
          <a:stretch/>
        </p:blipFill>
        <p:spPr>
          <a:xfrm>
            <a:off x="0" y="1"/>
            <a:ext cx="9144000" cy="5143500"/>
          </a:xfrm>
          <a:prstGeom prst="rect">
            <a:avLst/>
          </a:prstGeom>
          <a:noFill/>
          <a:ln>
            <a:noFill/>
          </a:ln>
        </p:spPr>
      </p:pic>
      <p:sp>
        <p:nvSpPr>
          <p:cNvPr id="125" name="Google Shape;125;p23"/>
          <p:cNvSpPr txBox="1"/>
          <p:nvPr>
            <p:ph idx="11" type="ftr"/>
          </p:nvPr>
        </p:nvSpPr>
        <p:spPr>
          <a:xfrm>
            <a:off x="27432" y="4818888"/>
            <a:ext cx="3086100" cy="274637"/>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800">
                <a:solidFill>
                  <a:srgbClr val="7D8B99"/>
                </a:solidFill>
                <a:latin typeface="Archivo"/>
                <a:ea typeface="Archivo"/>
                <a:cs typeface="Archivo"/>
                <a:sym typeface="Archivo"/>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26" name="Google Shape;126;p23"/>
          <p:cNvSpPr txBox="1"/>
          <p:nvPr>
            <p:ph type="title"/>
          </p:nvPr>
        </p:nvSpPr>
        <p:spPr>
          <a:xfrm>
            <a:off x="457200" y="374904"/>
            <a:ext cx="3383280" cy="867930"/>
          </a:xfrm>
          <a:prstGeom prst="rect">
            <a:avLst/>
          </a:prstGeom>
          <a:noFill/>
          <a:ln>
            <a:noFill/>
          </a:ln>
        </p:spPr>
        <p:txBody>
          <a:bodyPr anchorCtr="0" anchor="t" bIns="45700" lIns="91425" spcFirstLastPara="1" rIns="91425" wrap="square" tIns="45700">
            <a:spAutoFit/>
          </a:bodyPr>
          <a:lstStyle>
            <a:lvl1pPr lvl="0" algn="l">
              <a:lnSpc>
                <a:spcPct val="90000"/>
              </a:lnSpc>
              <a:spcBef>
                <a:spcPts val="0"/>
              </a:spcBef>
              <a:spcAft>
                <a:spcPts val="0"/>
              </a:spcAft>
              <a:buClr>
                <a:srgbClr val="0F2E66"/>
              </a:buClr>
              <a:buSzPts val="2800"/>
              <a:buFont typeface="Archivo"/>
              <a:buNone/>
              <a:defRPr b="1" sz="2800">
                <a:solidFill>
                  <a:srgbClr val="0F2E66"/>
                </a:solidFill>
                <a:latin typeface="Archivo"/>
                <a:ea typeface="Archivo"/>
                <a:cs typeface="Archivo"/>
                <a:sym typeface="Archiv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Photos">
  <p:cSld name="3-Photos">
    <p:spTree>
      <p:nvGrpSpPr>
        <p:cNvPr id="127" name="Shape 127"/>
        <p:cNvGrpSpPr/>
        <p:nvPr/>
      </p:nvGrpSpPr>
      <p:grpSpPr>
        <a:xfrm>
          <a:off x="0" y="0"/>
          <a:ext cx="0" cy="0"/>
          <a:chOff x="0" y="0"/>
          <a:chExt cx="0" cy="0"/>
        </a:xfrm>
      </p:grpSpPr>
      <p:sp>
        <p:nvSpPr>
          <p:cNvPr id="128" name="Google Shape;128;p24"/>
          <p:cNvSpPr txBox="1"/>
          <p:nvPr>
            <p:ph type="title"/>
          </p:nvPr>
        </p:nvSpPr>
        <p:spPr>
          <a:xfrm>
            <a:off x="457200" y="372745"/>
            <a:ext cx="8229600" cy="480131"/>
          </a:xfrm>
          <a:prstGeom prst="rect">
            <a:avLst/>
          </a:prstGeom>
          <a:noFill/>
          <a:ln>
            <a:noFill/>
          </a:ln>
        </p:spPr>
        <p:txBody>
          <a:bodyPr anchorCtr="0" anchor="t" bIns="45700" lIns="91425" spcFirstLastPara="1" rIns="91425" wrap="square" tIns="45700">
            <a:spAutoFit/>
          </a:bodyPr>
          <a:lstStyle>
            <a:lvl1pPr lvl="0" algn="l">
              <a:lnSpc>
                <a:spcPct val="90000"/>
              </a:lnSpc>
              <a:spcBef>
                <a:spcPts val="0"/>
              </a:spcBef>
              <a:spcAft>
                <a:spcPts val="0"/>
              </a:spcAft>
              <a:buClr>
                <a:srgbClr val="0F2E66"/>
              </a:buClr>
              <a:buSzPts val="2800"/>
              <a:buFont typeface="Archivo"/>
              <a:buNone/>
              <a:defRPr b="1" sz="2800">
                <a:solidFill>
                  <a:srgbClr val="0F2E66"/>
                </a:solidFill>
                <a:latin typeface="Archivo"/>
                <a:ea typeface="Archivo"/>
                <a:cs typeface="Archivo"/>
                <a:sym typeface="Archiv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9" name="Google Shape;129;p24"/>
          <p:cNvSpPr txBox="1"/>
          <p:nvPr>
            <p:ph idx="11" type="ftr"/>
          </p:nvPr>
        </p:nvSpPr>
        <p:spPr>
          <a:xfrm>
            <a:off x="27432" y="4818888"/>
            <a:ext cx="3086100" cy="274637"/>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800">
                <a:solidFill>
                  <a:srgbClr val="7D8B99"/>
                </a:solidFill>
                <a:latin typeface="Archivo"/>
                <a:ea typeface="Archivo"/>
                <a:cs typeface="Archivo"/>
                <a:sym typeface="Archivo"/>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0" name="Google Shape;130;p24"/>
          <p:cNvSpPr/>
          <p:nvPr>
            <p:ph idx="2" type="pic"/>
          </p:nvPr>
        </p:nvSpPr>
        <p:spPr>
          <a:xfrm>
            <a:off x="3311087" y="1751834"/>
            <a:ext cx="2528798" cy="1785784"/>
          </a:xfrm>
          <a:prstGeom prst="roundRect">
            <a:avLst>
              <a:gd fmla="val 1907" name="adj"/>
            </a:avLst>
          </a:prstGeom>
          <a:solidFill>
            <a:srgbClr val="7D8B99"/>
          </a:solidFill>
          <a:ln>
            <a:noFill/>
          </a:ln>
        </p:spPr>
      </p:sp>
      <p:sp>
        <p:nvSpPr>
          <p:cNvPr id="131" name="Google Shape;131;p24"/>
          <p:cNvSpPr/>
          <p:nvPr>
            <p:ph idx="3" type="pic"/>
          </p:nvPr>
        </p:nvSpPr>
        <p:spPr>
          <a:xfrm>
            <a:off x="6063812" y="1751834"/>
            <a:ext cx="2528798" cy="1785784"/>
          </a:xfrm>
          <a:prstGeom prst="roundRect">
            <a:avLst>
              <a:gd fmla="val 1907" name="adj"/>
            </a:avLst>
          </a:prstGeom>
          <a:solidFill>
            <a:srgbClr val="7D8B99"/>
          </a:solidFill>
          <a:ln>
            <a:noFill/>
          </a:ln>
        </p:spPr>
      </p:sp>
      <p:sp>
        <p:nvSpPr>
          <p:cNvPr id="132" name="Google Shape;132;p24"/>
          <p:cNvSpPr/>
          <p:nvPr>
            <p:ph idx="4" type="pic"/>
          </p:nvPr>
        </p:nvSpPr>
        <p:spPr>
          <a:xfrm>
            <a:off x="548837" y="1751834"/>
            <a:ext cx="2528798" cy="1785784"/>
          </a:xfrm>
          <a:prstGeom prst="roundRect">
            <a:avLst>
              <a:gd fmla="val 1907" name="adj"/>
            </a:avLst>
          </a:prstGeom>
          <a:solidFill>
            <a:srgbClr val="7D8B99"/>
          </a:solidFill>
          <a:ln>
            <a:noFill/>
          </a:ln>
        </p:spPr>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Left">
  <p:cSld name="Photo-Left">
    <p:spTree>
      <p:nvGrpSpPr>
        <p:cNvPr id="133" name="Shape 133"/>
        <p:cNvGrpSpPr/>
        <p:nvPr/>
      </p:nvGrpSpPr>
      <p:grpSpPr>
        <a:xfrm>
          <a:off x="0" y="0"/>
          <a:ext cx="0" cy="0"/>
          <a:chOff x="0" y="0"/>
          <a:chExt cx="0" cy="0"/>
        </a:xfrm>
      </p:grpSpPr>
      <p:sp>
        <p:nvSpPr>
          <p:cNvPr id="134" name="Google Shape;134;p25"/>
          <p:cNvSpPr/>
          <p:nvPr>
            <p:ph idx="2" type="pic"/>
          </p:nvPr>
        </p:nvSpPr>
        <p:spPr>
          <a:xfrm>
            <a:off x="0" y="0"/>
            <a:ext cx="3834758" cy="5143500"/>
          </a:xfrm>
          <a:prstGeom prst="rect">
            <a:avLst/>
          </a:prstGeom>
          <a:solidFill>
            <a:srgbClr val="7D8B99"/>
          </a:solidFill>
          <a:ln>
            <a:noFill/>
          </a:ln>
        </p:spPr>
      </p:sp>
      <p:sp>
        <p:nvSpPr>
          <p:cNvPr id="135" name="Google Shape;135;p25"/>
          <p:cNvSpPr txBox="1"/>
          <p:nvPr>
            <p:ph idx="11" type="ftr"/>
          </p:nvPr>
        </p:nvSpPr>
        <p:spPr>
          <a:xfrm>
            <a:off x="27432" y="4818888"/>
            <a:ext cx="3086100" cy="274637"/>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800">
                <a:solidFill>
                  <a:srgbClr val="7D8B99"/>
                </a:solidFill>
                <a:latin typeface="Archivo"/>
                <a:ea typeface="Archivo"/>
                <a:cs typeface="Archivo"/>
                <a:sym typeface="Archivo"/>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6" name="Google Shape;136;p25"/>
          <p:cNvSpPr txBox="1"/>
          <p:nvPr>
            <p:ph type="title"/>
          </p:nvPr>
        </p:nvSpPr>
        <p:spPr>
          <a:xfrm>
            <a:off x="4280174" y="376428"/>
            <a:ext cx="4195572" cy="867930"/>
          </a:xfrm>
          <a:prstGeom prst="rect">
            <a:avLst/>
          </a:prstGeom>
          <a:noFill/>
          <a:ln>
            <a:noFill/>
          </a:ln>
        </p:spPr>
        <p:txBody>
          <a:bodyPr anchorCtr="0" anchor="t" bIns="45700" lIns="91425" spcFirstLastPara="1" rIns="91425" wrap="square" tIns="45700">
            <a:spAutoFit/>
          </a:bodyPr>
          <a:lstStyle>
            <a:lvl1pPr lvl="0" algn="l">
              <a:lnSpc>
                <a:spcPct val="90000"/>
              </a:lnSpc>
              <a:spcBef>
                <a:spcPts val="0"/>
              </a:spcBef>
              <a:spcAft>
                <a:spcPts val="0"/>
              </a:spcAft>
              <a:buClr>
                <a:srgbClr val="0F2E66"/>
              </a:buClr>
              <a:buSzPts val="2800"/>
              <a:buFont typeface="Archivo"/>
              <a:buNone/>
              <a:defRPr b="1" sz="2800">
                <a:solidFill>
                  <a:srgbClr val="0F2E66"/>
                </a:solidFill>
                <a:latin typeface="Archivo"/>
                <a:ea typeface="Archivo"/>
                <a:cs typeface="Archivo"/>
                <a:sym typeface="Archiv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Right">
  <p:cSld name="Photo-Right">
    <p:spTree>
      <p:nvGrpSpPr>
        <p:cNvPr id="137" name="Shape 137"/>
        <p:cNvGrpSpPr/>
        <p:nvPr/>
      </p:nvGrpSpPr>
      <p:grpSpPr>
        <a:xfrm>
          <a:off x="0" y="0"/>
          <a:ext cx="0" cy="0"/>
          <a:chOff x="0" y="0"/>
          <a:chExt cx="0" cy="0"/>
        </a:xfrm>
      </p:grpSpPr>
      <p:sp>
        <p:nvSpPr>
          <p:cNvPr id="138" name="Google Shape;138;p26"/>
          <p:cNvSpPr/>
          <p:nvPr>
            <p:ph idx="2" type="pic"/>
          </p:nvPr>
        </p:nvSpPr>
        <p:spPr>
          <a:xfrm>
            <a:off x="5309242" y="0"/>
            <a:ext cx="3834758" cy="5143500"/>
          </a:xfrm>
          <a:prstGeom prst="rect">
            <a:avLst/>
          </a:prstGeom>
          <a:solidFill>
            <a:srgbClr val="7D8B99"/>
          </a:solidFill>
          <a:ln>
            <a:noFill/>
          </a:ln>
        </p:spPr>
      </p:sp>
      <p:sp>
        <p:nvSpPr>
          <p:cNvPr id="139" name="Google Shape;139;p26"/>
          <p:cNvSpPr txBox="1"/>
          <p:nvPr>
            <p:ph idx="11" type="ftr"/>
          </p:nvPr>
        </p:nvSpPr>
        <p:spPr>
          <a:xfrm>
            <a:off x="27432" y="4818888"/>
            <a:ext cx="3086100" cy="274637"/>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800">
                <a:solidFill>
                  <a:srgbClr val="7D8B99"/>
                </a:solidFill>
                <a:latin typeface="Archivo"/>
                <a:ea typeface="Archivo"/>
                <a:cs typeface="Archivo"/>
                <a:sym typeface="Archivo"/>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0" name="Google Shape;140;p26"/>
          <p:cNvSpPr txBox="1"/>
          <p:nvPr>
            <p:ph type="title"/>
          </p:nvPr>
        </p:nvSpPr>
        <p:spPr>
          <a:xfrm>
            <a:off x="457200" y="374904"/>
            <a:ext cx="4187952" cy="867930"/>
          </a:xfrm>
          <a:prstGeom prst="rect">
            <a:avLst/>
          </a:prstGeom>
          <a:noFill/>
          <a:ln>
            <a:noFill/>
          </a:ln>
        </p:spPr>
        <p:txBody>
          <a:bodyPr anchorCtr="0" anchor="t" bIns="45700" lIns="91425" spcFirstLastPara="1" rIns="91425" wrap="square" tIns="45700">
            <a:spAutoFit/>
          </a:bodyPr>
          <a:lstStyle>
            <a:lvl1pPr lvl="0" algn="l">
              <a:lnSpc>
                <a:spcPct val="90000"/>
              </a:lnSpc>
              <a:spcBef>
                <a:spcPts val="0"/>
              </a:spcBef>
              <a:spcAft>
                <a:spcPts val="0"/>
              </a:spcAft>
              <a:buClr>
                <a:srgbClr val="0F2E66"/>
              </a:buClr>
              <a:buSzPts val="2800"/>
              <a:buFont typeface="Archivo"/>
              <a:buNone/>
              <a:defRPr b="1" sz="2800">
                <a:solidFill>
                  <a:srgbClr val="0F2E66"/>
                </a:solidFill>
                <a:latin typeface="Archivo"/>
                <a:ea typeface="Archivo"/>
                <a:cs typeface="Archivo"/>
                <a:sym typeface="Archiv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mper Slide">
  <p:cSld name="Bumper Slide">
    <p:bg>
      <p:bgPr>
        <a:solidFill>
          <a:schemeClr val="dk1"/>
        </a:solidFill>
      </p:bgPr>
    </p:bg>
    <p:spTree>
      <p:nvGrpSpPr>
        <p:cNvPr id="141" name="Shape 141"/>
        <p:cNvGrpSpPr/>
        <p:nvPr/>
      </p:nvGrpSpPr>
      <p:grpSpPr>
        <a:xfrm>
          <a:off x="0" y="0"/>
          <a:ext cx="0" cy="0"/>
          <a:chOff x="0" y="0"/>
          <a:chExt cx="0" cy="0"/>
        </a:xfrm>
      </p:grpSpPr>
      <p:pic>
        <p:nvPicPr>
          <p:cNvPr id="142" name="Google Shape;142;p27"/>
          <p:cNvPicPr preferRelativeResize="0"/>
          <p:nvPr/>
        </p:nvPicPr>
        <p:blipFill rotWithShape="1">
          <a:blip r:embed="rId2">
            <a:alphaModFix/>
          </a:blip>
          <a:srcRect b="0" l="0" r="0" t="0"/>
          <a:stretch/>
        </p:blipFill>
        <p:spPr>
          <a:xfrm>
            <a:off x="3101498" y="1639177"/>
            <a:ext cx="2941004" cy="139054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cons_30">
  <p:cSld name="Icons_30">
    <p:spTree>
      <p:nvGrpSpPr>
        <p:cNvPr id="143" name="Shape 143"/>
        <p:cNvGrpSpPr/>
        <p:nvPr/>
      </p:nvGrpSpPr>
      <p:grpSpPr>
        <a:xfrm>
          <a:off x="0" y="0"/>
          <a:ext cx="0" cy="0"/>
          <a:chOff x="0" y="0"/>
          <a:chExt cx="0" cy="0"/>
        </a:xfrm>
      </p:grpSpPr>
      <p:sp>
        <p:nvSpPr>
          <p:cNvPr id="144" name="Google Shape;144;p28"/>
          <p:cNvSpPr txBox="1"/>
          <p:nvPr>
            <p:ph type="title"/>
          </p:nvPr>
        </p:nvSpPr>
        <p:spPr>
          <a:xfrm>
            <a:off x="457200" y="372745"/>
            <a:ext cx="8229600" cy="480131"/>
          </a:xfrm>
          <a:prstGeom prst="rect">
            <a:avLst/>
          </a:prstGeom>
          <a:noFill/>
          <a:ln>
            <a:noFill/>
          </a:ln>
        </p:spPr>
        <p:txBody>
          <a:bodyPr anchorCtr="0" anchor="t" bIns="45700" lIns="91425" spcFirstLastPara="1" rIns="91425" wrap="square" tIns="45700">
            <a:spAutoFit/>
          </a:bodyPr>
          <a:lstStyle>
            <a:lvl1pPr lvl="0" algn="ctr">
              <a:lnSpc>
                <a:spcPct val="90000"/>
              </a:lnSpc>
              <a:spcBef>
                <a:spcPts val="0"/>
              </a:spcBef>
              <a:spcAft>
                <a:spcPts val="0"/>
              </a:spcAft>
              <a:buClr>
                <a:srgbClr val="0F2E66"/>
              </a:buClr>
              <a:buSzPts val="2800"/>
              <a:buFont typeface="Archivo"/>
              <a:buNone/>
              <a:defRPr b="1" sz="2800">
                <a:solidFill>
                  <a:srgbClr val="0F2E66"/>
                </a:solidFill>
                <a:latin typeface="Archivo"/>
                <a:ea typeface="Archivo"/>
                <a:cs typeface="Archivo"/>
                <a:sym typeface="Archiv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5" name="Google Shape;145;p28"/>
          <p:cNvSpPr/>
          <p:nvPr/>
        </p:nvSpPr>
        <p:spPr>
          <a:xfrm>
            <a:off x="1157709" y="1140991"/>
            <a:ext cx="685800" cy="685800"/>
          </a:xfrm>
          <a:prstGeom prst="rect">
            <a:avLst/>
          </a:prstGeom>
          <a:solidFill>
            <a:schemeClr val="lt1"/>
          </a:solidFill>
          <a:ln cap="flat" cmpd="sng" w="19050">
            <a:solidFill>
              <a:srgbClr val="F1F3F6"/>
            </a:solidFill>
            <a:prstDash val="solid"/>
            <a:round/>
            <a:headEnd len="sm" w="sm" type="none"/>
            <a:tailEnd len="sm" w="sm" type="none"/>
          </a:ln>
        </p:spPr>
        <p:txBody>
          <a:bodyPr anchorCtr="0" anchor="ctr" bIns="45700" lIns="91425" spcFirstLastPara="1" rIns="91425" wrap="square" tIns="45700">
            <a:noAutofit/>
          </a:bodyPr>
          <a:lstStyle/>
          <a:p>
            <a:pPr indent="-91440" lvl="0" marL="91440" marR="0" rtl="0" algn="ctr">
              <a:spcBef>
                <a:spcPts val="0"/>
              </a:spcBef>
              <a:spcAft>
                <a:spcPts val="0"/>
              </a:spcAft>
              <a:buNone/>
            </a:pPr>
            <a:r>
              <a:t/>
            </a:r>
            <a:endParaRPr b="0" i="0" sz="1600">
              <a:solidFill>
                <a:schemeClr val="accent1"/>
              </a:solidFill>
              <a:latin typeface="Archivo"/>
              <a:ea typeface="Archivo"/>
              <a:cs typeface="Archivo"/>
              <a:sym typeface="Archivo"/>
            </a:endParaRPr>
          </a:p>
        </p:txBody>
      </p:sp>
      <p:sp>
        <p:nvSpPr>
          <p:cNvPr id="146" name="Google Shape;146;p28"/>
          <p:cNvSpPr/>
          <p:nvPr/>
        </p:nvSpPr>
        <p:spPr>
          <a:xfrm>
            <a:off x="2036206" y="1140991"/>
            <a:ext cx="685800" cy="685800"/>
          </a:xfrm>
          <a:prstGeom prst="rect">
            <a:avLst/>
          </a:prstGeom>
          <a:solidFill>
            <a:schemeClr val="lt1"/>
          </a:solidFill>
          <a:ln cap="flat" cmpd="sng" w="19050">
            <a:solidFill>
              <a:srgbClr val="F1F3F6"/>
            </a:solidFill>
            <a:prstDash val="solid"/>
            <a:round/>
            <a:headEnd len="sm" w="sm" type="none"/>
            <a:tailEnd len="sm" w="sm" type="none"/>
          </a:ln>
        </p:spPr>
        <p:txBody>
          <a:bodyPr anchorCtr="0" anchor="ctr" bIns="45700" lIns="91425" spcFirstLastPara="1" rIns="91425" wrap="square" tIns="45700">
            <a:noAutofit/>
          </a:bodyPr>
          <a:lstStyle/>
          <a:p>
            <a:pPr indent="-91440" lvl="0" marL="91440" marR="0" rtl="0" algn="ctr">
              <a:spcBef>
                <a:spcPts val="0"/>
              </a:spcBef>
              <a:spcAft>
                <a:spcPts val="0"/>
              </a:spcAft>
              <a:buNone/>
            </a:pPr>
            <a:r>
              <a:t/>
            </a:r>
            <a:endParaRPr b="0" i="0" sz="1600">
              <a:solidFill>
                <a:schemeClr val="accent1"/>
              </a:solidFill>
              <a:latin typeface="Archivo"/>
              <a:ea typeface="Archivo"/>
              <a:cs typeface="Archivo"/>
              <a:sym typeface="Archivo"/>
            </a:endParaRPr>
          </a:p>
        </p:txBody>
      </p:sp>
      <p:sp>
        <p:nvSpPr>
          <p:cNvPr id="147" name="Google Shape;147;p28"/>
          <p:cNvSpPr/>
          <p:nvPr/>
        </p:nvSpPr>
        <p:spPr>
          <a:xfrm>
            <a:off x="2914703" y="1140991"/>
            <a:ext cx="685800" cy="685800"/>
          </a:xfrm>
          <a:prstGeom prst="rect">
            <a:avLst/>
          </a:prstGeom>
          <a:solidFill>
            <a:schemeClr val="lt1"/>
          </a:solidFill>
          <a:ln cap="flat" cmpd="sng" w="19050">
            <a:solidFill>
              <a:srgbClr val="F1F3F6"/>
            </a:solidFill>
            <a:prstDash val="solid"/>
            <a:round/>
            <a:headEnd len="sm" w="sm" type="none"/>
            <a:tailEnd len="sm" w="sm" type="none"/>
          </a:ln>
        </p:spPr>
        <p:txBody>
          <a:bodyPr anchorCtr="0" anchor="ctr" bIns="45700" lIns="91425" spcFirstLastPara="1" rIns="91425" wrap="square" tIns="45700">
            <a:noAutofit/>
          </a:bodyPr>
          <a:lstStyle/>
          <a:p>
            <a:pPr indent="-91440" lvl="0" marL="91440" marR="0" rtl="0" algn="ctr">
              <a:spcBef>
                <a:spcPts val="0"/>
              </a:spcBef>
              <a:spcAft>
                <a:spcPts val="0"/>
              </a:spcAft>
              <a:buNone/>
            </a:pPr>
            <a:r>
              <a:t/>
            </a:r>
            <a:endParaRPr b="0" i="0" sz="1600">
              <a:solidFill>
                <a:schemeClr val="accent1"/>
              </a:solidFill>
              <a:latin typeface="Archivo"/>
              <a:ea typeface="Archivo"/>
              <a:cs typeface="Archivo"/>
              <a:sym typeface="Archivo"/>
            </a:endParaRPr>
          </a:p>
        </p:txBody>
      </p:sp>
      <p:sp>
        <p:nvSpPr>
          <p:cNvPr id="148" name="Google Shape;148;p28"/>
          <p:cNvSpPr/>
          <p:nvPr/>
        </p:nvSpPr>
        <p:spPr>
          <a:xfrm>
            <a:off x="3793200" y="1140991"/>
            <a:ext cx="685800" cy="685800"/>
          </a:xfrm>
          <a:prstGeom prst="rect">
            <a:avLst/>
          </a:prstGeom>
          <a:solidFill>
            <a:schemeClr val="lt1"/>
          </a:solidFill>
          <a:ln cap="flat" cmpd="sng" w="19050">
            <a:solidFill>
              <a:srgbClr val="F1F3F6"/>
            </a:solidFill>
            <a:prstDash val="solid"/>
            <a:round/>
            <a:headEnd len="sm" w="sm" type="none"/>
            <a:tailEnd len="sm" w="sm" type="none"/>
          </a:ln>
        </p:spPr>
        <p:txBody>
          <a:bodyPr anchorCtr="0" anchor="ctr" bIns="45700" lIns="91425" spcFirstLastPara="1" rIns="91425" wrap="square" tIns="45700">
            <a:noAutofit/>
          </a:bodyPr>
          <a:lstStyle/>
          <a:p>
            <a:pPr indent="-91440" lvl="0" marL="91440" marR="0" rtl="0" algn="ctr">
              <a:spcBef>
                <a:spcPts val="0"/>
              </a:spcBef>
              <a:spcAft>
                <a:spcPts val="0"/>
              </a:spcAft>
              <a:buNone/>
            </a:pPr>
            <a:r>
              <a:t/>
            </a:r>
            <a:endParaRPr b="0" i="0" sz="1600">
              <a:solidFill>
                <a:schemeClr val="accent1"/>
              </a:solidFill>
              <a:latin typeface="Archivo"/>
              <a:ea typeface="Archivo"/>
              <a:cs typeface="Archivo"/>
              <a:sym typeface="Archivo"/>
            </a:endParaRPr>
          </a:p>
        </p:txBody>
      </p:sp>
      <p:sp>
        <p:nvSpPr>
          <p:cNvPr id="149" name="Google Shape;149;p28"/>
          <p:cNvSpPr/>
          <p:nvPr/>
        </p:nvSpPr>
        <p:spPr>
          <a:xfrm>
            <a:off x="4671697" y="1140991"/>
            <a:ext cx="685800" cy="685800"/>
          </a:xfrm>
          <a:prstGeom prst="rect">
            <a:avLst/>
          </a:prstGeom>
          <a:solidFill>
            <a:schemeClr val="lt1"/>
          </a:solidFill>
          <a:ln cap="flat" cmpd="sng" w="19050">
            <a:solidFill>
              <a:srgbClr val="F1F3F6"/>
            </a:solidFill>
            <a:prstDash val="solid"/>
            <a:round/>
            <a:headEnd len="sm" w="sm" type="none"/>
            <a:tailEnd len="sm" w="sm" type="none"/>
          </a:ln>
        </p:spPr>
        <p:txBody>
          <a:bodyPr anchorCtr="0" anchor="ctr" bIns="45700" lIns="91425" spcFirstLastPara="1" rIns="91425" wrap="square" tIns="45700">
            <a:noAutofit/>
          </a:bodyPr>
          <a:lstStyle/>
          <a:p>
            <a:pPr indent="-91440" lvl="0" marL="91440" marR="0" rtl="0" algn="ctr">
              <a:spcBef>
                <a:spcPts val="0"/>
              </a:spcBef>
              <a:spcAft>
                <a:spcPts val="0"/>
              </a:spcAft>
              <a:buNone/>
            </a:pPr>
            <a:r>
              <a:t/>
            </a:r>
            <a:endParaRPr b="0" i="0" sz="1600">
              <a:solidFill>
                <a:schemeClr val="accent1"/>
              </a:solidFill>
              <a:latin typeface="Archivo"/>
              <a:ea typeface="Archivo"/>
              <a:cs typeface="Archivo"/>
              <a:sym typeface="Archivo"/>
            </a:endParaRPr>
          </a:p>
        </p:txBody>
      </p:sp>
      <p:sp>
        <p:nvSpPr>
          <p:cNvPr id="150" name="Google Shape;150;p28"/>
          <p:cNvSpPr/>
          <p:nvPr/>
        </p:nvSpPr>
        <p:spPr>
          <a:xfrm>
            <a:off x="5550194" y="1140991"/>
            <a:ext cx="685800" cy="685800"/>
          </a:xfrm>
          <a:prstGeom prst="rect">
            <a:avLst/>
          </a:prstGeom>
          <a:solidFill>
            <a:schemeClr val="lt1"/>
          </a:solidFill>
          <a:ln cap="flat" cmpd="sng" w="19050">
            <a:solidFill>
              <a:srgbClr val="F1F3F6"/>
            </a:solidFill>
            <a:prstDash val="solid"/>
            <a:round/>
            <a:headEnd len="sm" w="sm" type="none"/>
            <a:tailEnd len="sm" w="sm" type="none"/>
          </a:ln>
        </p:spPr>
        <p:txBody>
          <a:bodyPr anchorCtr="0" anchor="ctr" bIns="45700" lIns="91425" spcFirstLastPara="1" rIns="91425" wrap="square" tIns="45700">
            <a:noAutofit/>
          </a:bodyPr>
          <a:lstStyle/>
          <a:p>
            <a:pPr indent="-91440" lvl="0" marL="91440" marR="0" rtl="0" algn="ctr">
              <a:spcBef>
                <a:spcPts val="0"/>
              </a:spcBef>
              <a:spcAft>
                <a:spcPts val="0"/>
              </a:spcAft>
              <a:buNone/>
            </a:pPr>
            <a:r>
              <a:t/>
            </a:r>
            <a:endParaRPr b="0" i="0" sz="1600">
              <a:solidFill>
                <a:schemeClr val="accent1"/>
              </a:solidFill>
              <a:latin typeface="Archivo"/>
              <a:ea typeface="Archivo"/>
              <a:cs typeface="Archivo"/>
              <a:sym typeface="Archivo"/>
            </a:endParaRPr>
          </a:p>
        </p:txBody>
      </p:sp>
      <p:sp>
        <p:nvSpPr>
          <p:cNvPr id="151" name="Google Shape;151;p28"/>
          <p:cNvSpPr/>
          <p:nvPr/>
        </p:nvSpPr>
        <p:spPr>
          <a:xfrm>
            <a:off x="6428691" y="1140991"/>
            <a:ext cx="685800" cy="685800"/>
          </a:xfrm>
          <a:prstGeom prst="rect">
            <a:avLst/>
          </a:prstGeom>
          <a:solidFill>
            <a:schemeClr val="lt1"/>
          </a:solidFill>
          <a:ln cap="flat" cmpd="sng" w="19050">
            <a:solidFill>
              <a:srgbClr val="F1F3F6"/>
            </a:solidFill>
            <a:prstDash val="solid"/>
            <a:round/>
            <a:headEnd len="sm" w="sm" type="none"/>
            <a:tailEnd len="sm" w="sm" type="none"/>
          </a:ln>
        </p:spPr>
        <p:txBody>
          <a:bodyPr anchorCtr="0" anchor="ctr" bIns="45700" lIns="91425" spcFirstLastPara="1" rIns="91425" wrap="square" tIns="45700">
            <a:noAutofit/>
          </a:bodyPr>
          <a:lstStyle/>
          <a:p>
            <a:pPr indent="-91440" lvl="0" marL="91440" marR="0" rtl="0" algn="ctr">
              <a:spcBef>
                <a:spcPts val="0"/>
              </a:spcBef>
              <a:spcAft>
                <a:spcPts val="0"/>
              </a:spcAft>
              <a:buNone/>
            </a:pPr>
            <a:r>
              <a:t/>
            </a:r>
            <a:endParaRPr b="0" i="0" sz="1600">
              <a:solidFill>
                <a:schemeClr val="accent1"/>
              </a:solidFill>
              <a:latin typeface="Archivo"/>
              <a:ea typeface="Archivo"/>
              <a:cs typeface="Archivo"/>
              <a:sym typeface="Archivo"/>
            </a:endParaRPr>
          </a:p>
        </p:txBody>
      </p:sp>
      <p:sp>
        <p:nvSpPr>
          <p:cNvPr id="152" name="Google Shape;152;p28"/>
          <p:cNvSpPr/>
          <p:nvPr/>
        </p:nvSpPr>
        <p:spPr>
          <a:xfrm>
            <a:off x="7307188" y="1140991"/>
            <a:ext cx="685800" cy="685800"/>
          </a:xfrm>
          <a:prstGeom prst="rect">
            <a:avLst/>
          </a:prstGeom>
          <a:solidFill>
            <a:schemeClr val="lt1"/>
          </a:solidFill>
          <a:ln cap="flat" cmpd="sng" w="19050">
            <a:solidFill>
              <a:srgbClr val="F1F3F6"/>
            </a:solidFill>
            <a:prstDash val="solid"/>
            <a:round/>
            <a:headEnd len="sm" w="sm" type="none"/>
            <a:tailEnd len="sm" w="sm" type="none"/>
          </a:ln>
        </p:spPr>
        <p:txBody>
          <a:bodyPr anchorCtr="0" anchor="ctr" bIns="45700" lIns="91425" spcFirstLastPara="1" rIns="91425" wrap="square" tIns="45700">
            <a:noAutofit/>
          </a:bodyPr>
          <a:lstStyle/>
          <a:p>
            <a:pPr indent="-91440" lvl="0" marL="91440" marR="0" rtl="0" algn="ctr">
              <a:spcBef>
                <a:spcPts val="0"/>
              </a:spcBef>
              <a:spcAft>
                <a:spcPts val="0"/>
              </a:spcAft>
              <a:buNone/>
            </a:pPr>
            <a:r>
              <a:t/>
            </a:r>
            <a:endParaRPr b="0" i="0" sz="1600">
              <a:solidFill>
                <a:schemeClr val="accent1"/>
              </a:solidFill>
              <a:latin typeface="Archivo"/>
              <a:ea typeface="Archivo"/>
              <a:cs typeface="Archivo"/>
              <a:sym typeface="Archivo"/>
            </a:endParaRPr>
          </a:p>
        </p:txBody>
      </p:sp>
      <p:sp>
        <p:nvSpPr>
          <p:cNvPr id="153" name="Google Shape;153;p28"/>
          <p:cNvSpPr/>
          <p:nvPr/>
        </p:nvSpPr>
        <p:spPr>
          <a:xfrm>
            <a:off x="8185681" y="1140991"/>
            <a:ext cx="685800" cy="685800"/>
          </a:xfrm>
          <a:prstGeom prst="rect">
            <a:avLst/>
          </a:prstGeom>
          <a:solidFill>
            <a:schemeClr val="lt1"/>
          </a:solidFill>
          <a:ln cap="flat" cmpd="sng" w="19050">
            <a:solidFill>
              <a:srgbClr val="F1F3F6"/>
            </a:solidFill>
            <a:prstDash val="solid"/>
            <a:round/>
            <a:headEnd len="sm" w="sm" type="none"/>
            <a:tailEnd len="sm" w="sm" type="none"/>
          </a:ln>
        </p:spPr>
        <p:txBody>
          <a:bodyPr anchorCtr="0" anchor="ctr" bIns="45700" lIns="91425" spcFirstLastPara="1" rIns="91425" wrap="square" tIns="45700">
            <a:noAutofit/>
          </a:bodyPr>
          <a:lstStyle/>
          <a:p>
            <a:pPr indent="-91440" lvl="0" marL="91440" marR="0" rtl="0" algn="ctr">
              <a:spcBef>
                <a:spcPts val="0"/>
              </a:spcBef>
              <a:spcAft>
                <a:spcPts val="0"/>
              </a:spcAft>
              <a:buNone/>
            </a:pPr>
            <a:r>
              <a:t/>
            </a:r>
            <a:endParaRPr b="0" i="0" sz="1600">
              <a:solidFill>
                <a:schemeClr val="accent1"/>
              </a:solidFill>
              <a:latin typeface="Archivo"/>
              <a:ea typeface="Archivo"/>
              <a:cs typeface="Archivo"/>
              <a:sym typeface="Archivo"/>
            </a:endParaRPr>
          </a:p>
        </p:txBody>
      </p:sp>
      <p:sp>
        <p:nvSpPr>
          <p:cNvPr id="154" name="Google Shape;154;p28"/>
          <p:cNvSpPr/>
          <p:nvPr/>
        </p:nvSpPr>
        <p:spPr>
          <a:xfrm>
            <a:off x="279212" y="2455335"/>
            <a:ext cx="685800" cy="685800"/>
          </a:xfrm>
          <a:prstGeom prst="rect">
            <a:avLst/>
          </a:prstGeom>
          <a:solidFill>
            <a:schemeClr val="lt1"/>
          </a:solidFill>
          <a:ln cap="flat" cmpd="sng" w="19050">
            <a:solidFill>
              <a:srgbClr val="F1F3F6"/>
            </a:solidFill>
            <a:prstDash val="solid"/>
            <a:round/>
            <a:headEnd len="sm" w="sm" type="none"/>
            <a:tailEnd len="sm" w="sm" type="none"/>
          </a:ln>
        </p:spPr>
        <p:txBody>
          <a:bodyPr anchorCtr="0" anchor="ctr" bIns="45700" lIns="91425" spcFirstLastPara="1" rIns="91425" wrap="square" tIns="45700">
            <a:noAutofit/>
          </a:bodyPr>
          <a:lstStyle/>
          <a:p>
            <a:pPr indent="-91440" lvl="0" marL="91440" marR="0" rtl="0" algn="ctr">
              <a:spcBef>
                <a:spcPts val="0"/>
              </a:spcBef>
              <a:spcAft>
                <a:spcPts val="0"/>
              </a:spcAft>
              <a:buNone/>
            </a:pPr>
            <a:r>
              <a:t/>
            </a:r>
            <a:endParaRPr b="0" i="0" sz="1600">
              <a:solidFill>
                <a:schemeClr val="accent1"/>
              </a:solidFill>
              <a:latin typeface="Archivo"/>
              <a:ea typeface="Archivo"/>
              <a:cs typeface="Archivo"/>
              <a:sym typeface="Archivo"/>
            </a:endParaRPr>
          </a:p>
        </p:txBody>
      </p:sp>
      <p:sp>
        <p:nvSpPr>
          <p:cNvPr id="155" name="Google Shape;155;p28"/>
          <p:cNvSpPr/>
          <p:nvPr/>
        </p:nvSpPr>
        <p:spPr>
          <a:xfrm>
            <a:off x="1157709" y="2455335"/>
            <a:ext cx="685800" cy="685800"/>
          </a:xfrm>
          <a:prstGeom prst="rect">
            <a:avLst/>
          </a:prstGeom>
          <a:solidFill>
            <a:schemeClr val="lt1"/>
          </a:solidFill>
          <a:ln cap="flat" cmpd="sng" w="19050">
            <a:solidFill>
              <a:srgbClr val="F1F3F6"/>
            </a:solidFill>
            <a:prstDash val="solid"/>
            <a:round/>
            <a:headEnd len="sm" w="sm" type="none"/>
            <a:tailEnd len="sm" w="sm" type="none"/>
          </a:ln>
        </p:spPr>
        <p:txBody>
          <a:bodyPr anchorCtr="0" anchor="ctr" bIns="45700" lIns="91425" spcFirstLastPara="1" rIns="91425" wrap="square" tIns="45700">
            <a:noAutofit/>
          </a:bodyPr>
          <a:lstStyle/>
          <a:p>
            <a:pPr indent="-91440" lvl="0" marL="91440" marR="0" rtl="0" algn="ctr">
              <a:spcBef>
                <a:spcPts val="0"/>
              </a:spcBef>
              <a:spcAft>
                <a:spcPts val="0"/>
              </a:spcAft>
              <a:buNone/>
            </a:pPr>
            <a:r>
              <a:t/>
            </a:r>
            <a:endParaRPr b="0" i="0" sz="1600">
              <a:solidFill>
                <a:schemeClr val="accent1"/>
              </a:solidFill>
              <a:latin typeface="Archivo"/>
              <a:ea typeface="Archivo"/>
              <a:cs typeface="Archivo"/>
              <a:sym typeface="Archivo"/>
            </a:endParaRPr>
          </a:p>
        </p:txBody>
      </p:sp>
      <p:sp>
        <p:nvSpPr>
          <p:cNvPr id="156" name="Google Shape;156;p28"/>
          <p:cNvSpPr/>
          <p:nvPr/>
        </p:nvSpPr>
        <p:spPr>
          <a:xfrm>
            <a:off x="2036206" y="2455335"/>
            <a:ext cx="685800" cy="685800"/>
          </a:xfrm>
          <a:prstGeom prst="rect">
            <a:avLst/>
          </a:prstGeom>
          <a:solidFill>
            <a:schemeClr val="lt1"/>
          </a:solidFill>
          <a:ln cap="flat" cmpd="sng" w="19050">
            <a:solidFill>
              <a:srgbClr val="F1F3F6"/>
            </a:solidFill>
            <a:prstDash val="solid"/>
            <a:round/>
            <a:headEnd len="sm" w="sm" type="none"/>
            <a:tailEnd len="sm" w="sm" type="none"/>
          </a:ln>
        </p:spPr>
        <p:txBody>
          <a:bodyPr anchorCtr="0" anchor="ctr" bIns="45700" lIns="91425" spcFirstLastPara="1" rIns="91425" wrap="square" tIns="45700">
            <a:noAutofit/>
          </a:bodyPr>
          <a:lstStyle/>
          <a:p>
            <a:pPr indent="-91440" lvl="0" marL="91440" marR="0" rtl="0" algn="ctr">
              <a:spcBef>
                <a:spcPts val="0"/>
              </a:spcBef>
              <a:spcAft>
                <a:spcPts val="0"/>
              </a:spcAft>
              <a:buNone/>
            </a:pPr>
            <a:r>
              <a:t/>
            </a:r>
            <a:endParaRPr b="0" i="0" sz="1600">
              <a:solidFill>
                <a:schemeClr val="accent1"/>
              </a:solidFill>
              <a:latin typeface="Archivo"/>
              <a:ea typeface="Archivo"/>
              <a:cs typeface="Archivo"/>
              <a:sym typeface="Archivo"/>
            </a:endParaRPr>
          </a:p>
        </p:txBody>
      </p:sp>
      <p:sp>
        <p:nvSpPr>
          <p:cNvPr id="157" name="Google Shape;157;p28"/>
          <p:cNvSpPr/>
          <p:nvPr/>
        </p:nvSpPr>
        <p:spPr>
          <a:xfrm>
            <a:off x="2914703" y="2455335"/>
            <a:ext cx="685800" cy="685800"/>
          </a:xfrm>
          <a:prstGeom prst="rect">
            <a:avLst/>
          </a:prstGeom>
          <a:solidFill>
            <a:schemeClr val="lt1"/>
          </a:solidFill>
          <a:ln cap="flat" cmpd="sng" w="19050">
            <a:solidFill>
              <a:srgbClr val="F1F3F6"/>
            </a:solidFill>
            <a:prstDash val="solid"/>
            <a:round/>
            <a:headEnd len="sm" w="sm" type="none"/>
            <a:tailEnd len="sm" w="sm" type="none"/>
          </a:ln>
        </p:spPr>
        <p:txBody>
          <a:bodyPr anchorCtr="0" anchor="ctr" bIns="45700" lIns="91425" spcFirstLastPara="1" rIns="91425" wrap="square" tIns="45700">
            <a:noAutofit/>
          </a:bodyPr>
          <a:lstStyle/>
          <a:p>
            <a:pPr indent="-91440" lvl="0" marL="91440" marR="0" rtl="0" algn="ctr">
              <a:spcBef>
                <a:spcPts val="0"/>
              </a:spcBef>
              <a:spcAft>
                <a:spcPts val="0"/>
              </a:spcAft>
              <a:buNone/>
            </a:pPr>
            <a:r>
              <a:t/>
            </a:r>
            <a:endParaRPr b="0" i="0" sz="1600">
              <a:solidFill>
                <a:schemeClr val="accent1"/>
              </a:solidFill>
              <a:latin typeface="Archivo"/>
              <a:ea typeface="Archivo"/>
              <a:cs typeface="Archivo"/>
              <a:sym typeface="Archivo"/>
            </a:endParaRPr>
          </a:p>
        </p:txBody>
      </p:sp>
      <p:sp>
        <p:nvSpPr>
          <p:cNvPr id="158" name="Google Shape;158;p28"/>
          <p:cNvSpPr/>
          <p:nvPr/>
        </p:nvSpPr>
        <p:spPr>
          <a:xfrm>
            <a:off x="3793200" y="2455335"/>
            <a:ext cx="685800" cy="685800"/>
          </a:xfrm>
          <a:prstGeom prst="rect">
            <a:avLst/>
          </a:prstGeom>
          <a:solidFill>
            <a:schemeClr val="lt1"/>
          </a:solidFill>
          <a:ln cap="flat" cmpd="sng" w="19050">
            <a:solidFill>
              <a:srgbClr val="F1F3F6"/>
            </a:solidFill>
            <a:prstDash val="solid"/>
            <a:round/>
            <a:headEnd len="sm" w="sm" type="none"/>
            <a:tailEnd len="sm" w="sm" type="none"/>
          </a:ln>
        </p:spPr>
        <p:txBody>
          <a:bodyPr anchorCtr="0" anchor="ctr" bIns="45700" lIns="91425" spcFirstLastPara="1" rIns="91425" wrap="square" tIns="45700">
            <a:noAutofit/>
          </a:bodyPr>
          <a:lstStyle/>
          <a:p>
            <a:pPr indent="-91440" lvl="0" marL="91440" marR="0" rtl="0" algn="ctr">
              <a:spcBef>
                <a:spcPts val="0"/>
              </a:spcBef>
              <a:spcAft>
                <a:spcPts val="0"/>
              </a:spcAft>
              <a:buNone/>
            </a:pPr>
            <a:r>
              <a:t/>
            </a:r>
            <a:endParaRPr b="0" i="0" sz="1600">
              <a:solidFill>
                <a:schemeClr val="accent1"/>
              </a:solidFill>
              <a:latin typeface="Archivo"/>
              <a:ea typeface="Archivo"/>
              <a:cs typeface="Archivo"/>
              <a:sym typeface="Archivo"/>
            </a:endParaRPr>
          </a:p>
        </p:txBody>
      </p:sp>
      <p:sp>
        <p:nvSpPr>
          <p:cNvPr id="159" name="Google Shape;159;p28"/>
          <p:cNvSpPr/>
          <p:nvPr/>
        </p:nvSpPr>
        <p:spPr>
          <a:xfrm>
            <a:off x="4671697" y="2455335"/>
            <a:ext cx="685800" cy="685800"/>
          </a:xfrm>
          <a:prstGeom prst="rect">
            <a:avLst/>
          </a:prstGeom>
          <a:solidFill>
            <a:schemeClr val="lt1"/>
          </a:solidFill>
          <a:ln cap="flat" cmpd="sng" w="19050">
            <a:solidFill>
              <a:srgbClr val="F1F3F6"/>
            </a:solidFill>
            <a:prstDash val="solid"/>
            <a:round/>
            <a:headEnd len="sm" w="sm" type="none"/>
            <a:tailEnd len="sm" w="sm" type="none"/>
          </a:ln>
        </p:spPr>
        <p:txBody>
          <a:bodyPr anchorCtr="0" anchor="ctr" bIns="45700" lIns="91425" spcFirstLastPara="1" rIns="91425" wrap="square" tIns="45700">
            <a:noAutofit/>
          </a:bodyPr>
          <a:lstStyle/>
          <a:p>
            <a:pPr indent="-91440" lvl="0" marL="91440" marR="0" rtl="0" algn="ctr">
              <a:spcBef>
                <a:spcPts val="0"/>
              </a:spcBef>
              <a:spcAft>
                <a:spcPts val="0"/>
              </a:spcAft>
              <a:buNone/>
            </a:pPr>
            <a:r>
              <a:t/>
            </a:r>
            <a:endParaRPr b="0" i="0" sz="1600">
              <a:solidFill>
                <a:schemeClr val="accent1"/>
              </a:solidFill>
              <a:latin typeface="Archivo"/>
              <a:ea typeface="Archivo"/>
              <a:cs typeface="Archivo"/>
              <a:sym typeface="Archivo"/>
            </a:endParaRPr>
          </a:p>
        </p:txBody>
      </p:sp>
      <p:sp>
        <p:nvSpPr>
          <p:cNvPr id="160" name="Google Shape;160;p28"/>
          <p:cNvSpPr/>
          <p:nvPr/>
        </p:nvSpPr>
        <p:spPr>
          <a:xfrm>
            <a:off x="5550194" y="2455335"/>
            <a:ext cx="685800" cy="685800"/>
          </a:xfrm>
          <a:prstGeom prst="rect">
            <a:avLst/>
          </a:prstGeom>
          <a:solidFill>
            <a:schemeClr val="lt1"/>
          </a:solidFill>
          <a:ln cap="flat" cmpd="sng" w="19050">
            <a:solidFill>
              <a:srgbClr val="F1F3F6"/>
            </a:solidFill>
            <a:prstDash val="solid"/>
            <a:round/>
            <a:headEnd len="sm" w="sm" type="none"/>
            <a:tailEnd len="sm" w="sm" type="none"/>
          </a:ln>
        </p:spPr>
        <p:txBody>
          <a:bodyPr anchorCtr="0" anchor="ctr" bIns="45700" lIns="91425" spcFirstLastPara="1" rIns="91425" wrap="square" tIns="45700">
            <a:noAutofit/>
          </a:bodyPr>
          <a:lstStyle/>
          <a:p>
            <a:pPr indent="-91440" lvl="0" marL="91440" marR="0" rtl="0" algn="ctr">
              <a:spcBef>
                <a:spcPts val="0"/>
              </a:spcBef>
              <a:spcAft>
                <a:spcPts val="0"/>
              </a:spcAft>
              <a:buNone/>
            </a:pPr>
            <a:r>
              <a:t/>
            </a:r>
            <a:endParaRPr b="0" i="0" sz="1600">
              <a:solidFill>
                <a:schemeClr val="accent1"/>
              </a:solidFill>
              <a:latin typeface="Archivo"/>
              <a:ea typeface="Archivo"/>
              <a:cs typeface="Archivo"/>
              <a:sym typeface="Archivo"/>
            </a:endParaRPr>
          </a:p>
        </p:txBody>
      </p:sp>
      <p:sp>
        <p:nvSpPr>
          <p:cNvPr id="161" name="Google Shape;161;p28"/>
          <p:cNvSpPr/>
          <p:nvPr/>
        </p:nvSpPr>
        <p:spPr>
          <a:xfrm>
            <a:off x="6428691" y="2455335"/>
            <a:ext cx="685800" cy="685800"/>
          </a:xfrm>
          <a:prstGeom prst="rect">
            <a:avLst/>
          </a:prstGeom>
          <a:solidFill>
            <a:schemeClr val="lt1"/>
          </a:solidFill>
          <a:ln cap="flat" cmpd="sng" w="19050">
            <a:solidFill>
              <a:srgbClr val="F1F3F6"/>
            </a:solidFill>
            <a:prstDash val="solid"/>
            <a:round/>
            <a:headEnd len="sm" w="sm" type="none"/>
            <a:tailEnd len="sm" w="sm" type="none"/>
          </a:ln>
        </p:spPr>
        <p:txBody>
          <a:bodyPr anchorCtr="0" anchor="ctr" bIns="45700" lIns="91425" spcFirstLastPara="1" rIns="91425" wrap="square" tIns="45700">
            <a:noAutofit/>
          </a:bodyPr>
          <a:lstStyle/>
          <a:p>
            <a:pPr indent="-91440" lvl="0" marL="91440" marR="0" rtl="0" algn="ctr">
              <a:spcBef>
                <a:spcPts val="0"/>
              </a:spcBef>
              <a:spcAft>
                <a:spcPts val="0"/>
              </a:spcAft>
              <a:buNone/>
            </a:pPr>
            <a:r>
              <a:t/>
            </a:r>
            <a:endParaRPr b="0" i="0" sz="1600">
              <a:solidFill>
                <a:schemeClr val="accent1"/>
              </a:solidFill>
              <a:latin typeface="Archivo"/>
              <a:ea typeface="Archivo"/>
              <a:cs typeface="Archivo"/>
              <a:sym typeface="Archivo"/>
            </a:endParaRPr>
          </a:p>
        </p:txBody>
      </p:sp>
      <p:sp>
        <p:nvSpPr>
          <p:cNvPr id="162" name="Google Shape;162;p28"/>
          <p:cNvSpPr/>
          <p:nvPr/>
        </p:nvSpPr>
        <p:spPr>
          <a:xfrm>
            <a:off x="7307188" y="2455335"/>
            <a:ext cx="685800" cy="685800"/>
          </a:xfrm>
          <a:prstGeom prst="rect">
            <a:avLst/>
          </a:prstGeom>
          <a:solidFill>
            <a:schemeClr val="lt1"/>
          </a:solidFill>
          <a:ln cap="flat" cmpd="sng" w="19050">
            <a:solidFill>
              <a:srgbClr val="F1F3F6"/>
            </a:solidFill>
            <a:prstDash val="solid"/>
            <a:round/>
            <a:headEnd len="sm" w="sm" type="none"/>
            <a:tailEnd len="sm" w="sm" type="none"/>
          </a:ln>
        </p:spPr>
        <p:txBody>
          <a:bodyPr anchorCtr="0" anchor="ctr" bIns="45700" lIns="91425" spcFirstLastPara="1" rIns="91425" wrap="square" tIns="45700">
            <a:noAutofit/>
          </a:bodyPr>
          <a:lstStyle/>
          <a:p>
            <a:pPr indent="-91440" lvl="0" marL="91440" marR="0" rtl="0" algn="ctr">
              <a:spcBef>
                <a:spcPts val="0"/>
              </a:spcBef>
              <a:spcAft>
                <a:spcPts val="0"/>
              </a:spcAft>
              <a:buNone/>
            </a:pPr>
            <a:r>
              <a:t/>
            </a:r>
            <a:endParaRPr b="0" i="0" sz="1600">
              <a:solidFill>
                <a:schemeClr val="accent1"/>
              </a:solidFill>
              <a:latin typeface="Archivo"/>
              <a:ea typeface="Archivo"/>
              <a:cs typeface="Archivo"/>
              <a:sym typeface="Archivo"/>
            </a:endParaRPr>
          </a:p>
        </p:txBody>
      </p:sp>
      <p:sp>
        <p:nvSpPr>
          <p:cNvPr id="163" name="Google Shape;163;p28"/>
          <p:cNvSpPr/>
          <p:nvPr/>
        </p:nvSpPr>
        <p:spPr>
          <a:xfrm>
            <a:off x="8185681" y="2455335"/>
            <a:ext cx="685800" cy="685800"/>
          </a:xfrm>
          <a:prstGeom prst="rect">
            <a:avLst/>
          </a:prstGeom>
          <a:solidFill>
            <a:schemeClr val="lt1"/>
          </a:solidFill>
          <a:ln cap="flat" cmpd="sng" w="19050">
            <a:solidFill>
              <a:srgbClr val="F1F3F6"/>
            </a:solidFill>
            <a:prstDash val="solid"/>
            <a:round/>
            <a:headEnd len="sm" w="sm" type="none"/>
            <a:tailEnd len="sm" w="sm" type="none"/>
          </a:ln>
        </p:spPr>
        <p:txBody>
          <a:bodyPr anchorCtr="0" anchor="ctr" bIns="45700" lIns="91425" spcFirstLastPara="1" rIns="91425" wrap="square" tIns="45700">
            <a:noAutofit/>
          </a:bodyPr>
          <a:lstStyle/>
          <a:p>
            <a:pPr indent="-91440" lvl="0" marL="91440" marR="0" rtl="0" algn="ctr">
              <a:spcBef>
                <a:spcPts val="0"/>
              </a:spcBef>
              <a:spcAft>
                <a:spcPts val="0"/>
              </a:spcAft>
              <a:buNone/>
            </a:pPr>
            <a:r>
              <a:t/>
            </a:r>
            <a:endParaRPr b="0" i="0" sz="1600">
              <a:solidFill>
                <a:schemeClr val="accent1"/>
              </a:solidFill>
              <a:latin typeface="Archivo"/>
              <a:ea typeface="Archivo"/>
              <a:cs typeface="Archivo"/>
              <a:sym typeface="Archivo"/>
            </a:endParaRPr>
          </a:p>
        </p:txBody>
      </p:sp>
      <p:sp>
        <p:nvSpPr>
          <p:cNvPr id="164" name="Google Shape;164;p28"/>
          <p:cNvSpPr/>
          <p:nvPr/>
        </p:nvSpPr>
        <p:spPr>
          <a:xfrm>
            <a:off x="279212" y="3755189"/>
            <a:ext cx="685800" cy="685800"/>
          </a:xfrm>
          <a:prstGeom prst="rect">
            <a:avLst/>
          </a:prstGeom>
          <a:solidFill>
            <a:schemeClr val="lt1"/>
          </a:solidFill>
          <a:ln cap="flat" cmpd="sng" w="19050">
            <a:solidFill>
              <a:srgbClr val="F1F3F6"/>
            </a:solidFill>
            <a:prstDash val="solid"/>
            <a:round/>
            <a:headEnd len="sm" w="sm" type="none"/>
            <a:tailEnd len="sm" w="sm" type="none"/>
          </a:ln>
        </p:spPr>
        <p:txBody>
          <a:bodyPr anchorCtr="0" anchor="ctr" bIns="45700" lIns="91425" spcFirstLastPara="1" rIns="91425" wrap="square" tIns="45700">
            <a:noAutofit/>
          </a:bodyPr>
          <a:lstStyle/>
          <a:p>
            <a:pPr indent="-91440" lvl="0" marL="91440" marR="0" rtl="0" algn="ctr">
              <a:spcBef>
                <a:spcPts val="0"/>
              </a:spcBef>
              <a:spcAft>
                <a:spcPts val="0"/>
              </a:spcAft>
              <a:buNone/>
            </a:pPr>
            <a:r>
              <a:t/>
            </a:r>
            <a:endParaRPr b="0" i="0" sz="1600">
              <a:solidFill>
                <a:schemeClr val="accent1"/>
              </a:solidFill>
              <a:latin typeface="Archivo"/>
              <a:ea typeface="Archivo"/>
              <a:cs typeface="Archivo"/>
              <a:sym typeface="Archivo"/>
            </a:endParaRPr>
          </a:p>
        </p:txBody>
      </p:sp>
      <p:sp>
        <p:nvSpPr>
          <p:cNvPr id="165" name="Google Shape;165;p28"/>
          <p:cNvSpPr/>
          <p:nvPr/>
        </p:nvSpPr>
        <p:spPr>
          <a:xfrm>
            <a:off x="1157709" y="3755189"/>
            <a:ext cx="685800" cy="685800"/>
          </a:xfrm>
          <a:prstGeom prst="rect">
            <a:avLst/>
          </a:prstGeom>
          <a:solidFill>
            <a:schemeClr val="lt1"/>
          </a:solidFill>
          <a:ln cap="flat" cmpd="sng" w="19050">
            <a:solidFill>
              <a:srgbClr val="F1F3F6"/>
            </a:solidFill>
            <a:prstDash val="solid"/>
            <a:round/>
            <a:headEnd len="sm" w="sm" type="none"/>
            <a:tailEnd len="sm" w="sm" type="none"/>
          </a:ln>
        </p:spPr>
        <p:txBody>
          <a:bodyPr anchorCtr="0" anchor="ctr" bIns="45700" lIns="91425" spcFirstLastPara="1" rIns="91425" wrap="square" tIns="45700">
            <a:noAutofit/>
          </a:bodyPr>
          <a:lstStyle/>
          <a:p>
            <a:pPr indent="-91440" lvl="0" marL="91440" marR="0" rtl="0" algn="ctr">
              <a:spcBef>
                <a:spcPts val="0"/>
              </a:spcBef>
              <a:spcAft>
                <a:spcPts val="0"/>
              </a:spcAft>
              <a:buNone/>
            </a:pPr>
            <a:r>
              <a:t/>
            </a:r>
            <a:endParaRPr b="0" i="0" sz="1600">
              <a:solidFill>
                <a:schemeClr val="accent1"/>
              </a:solidFill>
              <a:latin typeface="Archivo"/>
              <a:ea typeface="Archivo"/>
              <a:cs typeface="Archivo"/>
              <a:sym typeface="Archivo"/>
            </a:endParaRPr>
          </a:p>
        </p:txBody>
      </p:sp>
      <p:sp>
        <p:nvSpPr>
          <p:cNvPr id="166" name="Google Shape;166;p28"/>
          <p:cNvSpPr/>
          <p:nvPr/>
        </p:nvSpPr>
        <p:spPr>
          <a:xfrm>
            <a:off x="2036206" y="3755189"/>
            <a:ext cx="685800" cy="685800"/>
          </a:xfrm>
          <a:prstGeom prst="rect">
            <a:avLst/>
          </a:prstGeom>
          <a:solidFill>
            <a:schemeClr val="lt1"/>
          </a:solidFill>
          <a:ln cap="flat" cmpd="sng" w="19050">
            <a:solidFill>
              <a:srgbClr val="F1F3F6"/>
            </a:solidFill>
            <a:prstDash val="solid"/>
            <a:round/>
            <a:headEnd len="sm" w="sm" type="none"/>
            <a:tailEnd len="sm" w="sm" type="none"/>
          </a:ln>
        </p:spPr>
        <p:txBody>
          <a:bodyPr anchorCtr="0" anchor="ctr" bIns="45700" lIns="91425" spcFirstLastPara="1" rIns="91425" wrap="square" tIns="45700">
            <a:noAutofit/>
          </a:bodyPr>
          <a:lstStyle/>
          <a:p>
            <a:pPr indent="-91440" lvl="0" marL="91440" marR="0" rtl="0" algn="ctr">
              <a:spcBef>
                <a:spcPts val="0"/>
              </a:spcBef>
              <a:spcAft>
                <a:spcPts val="0"/>
              </a:spcAft>
              <a:buNone/>
            </a:pPr>
            <a:r>
              <a:t/>
            </a:r>
            <a:endParaRPr b="0" i="0" sz="1600">
              <a:solidFill>
                <a:schemeClr val="accent1"/>
              </a:solidFill>
              <a:latin typeface="Archivo"/>
              <a:ea typeface="Archivo"/>
              <a:cs typeface="Archivo"/>
              <a:sym typeface="Archivo"/>
            </a:endParaRPr>
          </a:p>
        </p:txBody>
      </p:sp>
      <p:sp>
        <p:nvSpPr>
          <p:cNvPr id="167" name="Google Shape;167;p28"/>
          <p:cNvSpPr/>
          <p:nvPr/>
        </p:nvSpPr>
        <p:spPr>
          <a:xfrm>
            <a:off x="2914703" y="3755189"/>
            <a:ext cx="685800" cy="685800"/>
          </a:xfrm>
          <a:prstGeom prst="rect">
            <a:avLst/>
          </a:prstGeom>
          <a:solidFill>
            <a:schemeClr val="lt1"/>
          </a:solidFill>
          <a:ln cap="flat" cmpd="sng" w="19050">
            <a:solidFill>
              <a:srgbClr val="F1F3F6"/>
            </a:solidFill>
            <a:prstDash val="solid"/>
            <a:round/>
            <a:headEnd len="sm" w="sm" type="none"/>
            <a:tailEnd len="sm" w="sm" type="none"/>
          </a:ln>
        </p:spPr>
        <p:txBody>
          <a:bodyPr anchorCtr="0" anchor="ctr" bIns="45700" lIns="91425" spcFirstLastPara="1" rIns="91425" wrap="square" tIns="45700">
            <a:noAutofit/>
          </a:bodyPr>
          <a:lstStyle/>
          <a:p>
            <a:pPr indent="-91440" lvl="0" marL="91440" marR="0" rtl="0" algn="ctr">
              <a:spcBef>
                <a:spcPts val="0"/>
              </a:spcBef>
              <a:spcAft>
                <a:spcPts val="0"/>
              </a:spcAft>
              <a:buNone/>
            </a:pPr>
            <a:r>
              <a:t/>
            </a:r>
            <a:endParaRPr b="0" i="0" sz="1600">
              <a:solidFill>
                <a:schemeClr val="accent1"/>
              </a:solidFill>
              <a:latin typeface="Archivo"/>
              <a:ea typeface="Archivo"/>
              <a:cs typeface="Archivo"/>
              <a:sym typeface="Archivo"/>
            </a:endParaRPr>
          </a:p>
        </p:txBody>
      </p:sp>
      <p:sp>
        <p:nvSpPr>
          <p:cNvPr id="168" name="Google Shape;168;p28"/>
          <p:cNvSpPr/>
          <p:nvPr/>
        </p:nvSpPr>
        <p:spPr>
          <a:xfrm>
            <a:off x="3793200" y="3755189"/>
            <a:ext cx="685800" cy="685800"/>
          </a:xfrm>
          <a:prstGeom prst="rect">
            <a:avLst/>
          </a:prstGeom>
          <a:solidFill>
            <a:schemeClr val="lt1"/>
          </a:solidFill>
          <a:ln cap="flat" cmpd="sng" w="19050">
            <a:solidFill>
              <a:srgbClr val="F1F3F6"/>
            </a:solidFill>
            <a:prstDash val="solid"/>
            <a:round/>
            <a:headEnd len="sm" w="sm" type="none"/>
            <a:tailEnd len="sm" w="sm" type="none"/>
          </a:ln>
        </p:spPr>
        <p:txBody>
          <a:bodyPr anchorCtr="0" anchor="ctr" bIns="45700" lIns="91425" spcFirstLastPara="1" rIns="91425" wrap="square" tIns="45700">
            <a:noAutofit/>
          </a:bodyPr>
          <a:lstStyle/>
          <a:p>
            <a:pPr indent="-91440" lvl="0" marL="91440" marR="0" rtl="0" algn="ctr">
              <a:spcBef>
                <a:spcPts val="0"/>
              </a:spcBef>
              <a:spcAft>
                <a:spcPts val="0"/>
              </a:spcAft>
              <a:buNone/>
            </a:pPr>
            <a:r>
              <a:t/>
            </a:r>
            <a:endParaRPr b="0" i="0" sz="1600">
              <a:solidFill>
                <a:schemeClr val="accent1"/>
              </a:solidFill>
              <a:latin typeface="Archivo"/>
              <a:ea typeface="Archivo"/>
              <a:cs typeface="Archivo"/>
              <a:sym typeface="Archivo"/>
            </a:endParaRPr>
          </a:p>
        </p:txBody>
      </p:sp>
      <p:sp>
        <p:nvSpPr>
          <p:cNvPr id="169" name="Google Shape;169;p28"/>
          <p:cNvSpPr/>
          <p:nvPr/>
        </p:nvSpPr>
        <p:spPr>
          <a:xfrm>
            <a:off x="4671697" y="3755189"/>
            <a:ext cx="685800" cy="685800"/>
          </a:xfrm>
          <a:prstGeom prst="rect">
            <a:avLst/>
          </a:prstGeom>
          <a:solidFill>
            <a:schemeClr val="lt1"/>
          </a:solidFill>
          <a:ln cap="flat" cmpd="sng" w="19050">
            <a:solidFill>
              <a:srgbClr val="F1F3F6"/>
            </a:solidFill>
            <a:prstDash val="solid"/>
            <a:round/>
            <a:headEnd len="sm" w="sm" type="none"/>
            <a:tailEnd len="sm" w="sm" type="none"/>
          </a:ln>
        </p:spPr>
        <p:txBody>
          <a:bodyPr anchorCtr="0" anchor="ctr" bIns="45700" lIns="91425" spcFirstLastPara="1" rIns="91425" wrap="square" tIns="45700">
            <a:noAutofit/>
          </a:bodyPr>
          <a:lstStyle/>
          <a:p>
            <a:pPr indent="-91440" lvl="0" marL="91440" marR="0" rtl="0" algn="ctr">
              <a:spcBef>
                <a:spcPts val="0"/>
              </a:spcBef>
              <a:spcAft>
                <a:spcPts val="0"/>
              </a:spcAft>
              <a:buNone/>
            </a:pPr>
            <a:r>
              <a:t/>
            </a:r>
            <a:endParaRPr b="0" i="0" sz="1600">
              <a:solidFill>
                <a:schemeClr val="accent1"/>
              </a:solidFill>
              <a:latin typeface="Archivo"/>
              <a:ea typeface="Archivo"/>
              <a:cs typeface="Archivo"/>
              <a:sym typeface="Archivo"/>
            </a:endParaRPr>
          </a:p>
        </p:txBody>
      </p:sp>
      <p:sp>
        <p:nvSpPr>
          <p:cNvPr id="170" name="Google Shape;170;p28"/>
          <p:cNvSpPr/>
          <p:nvPr/>
        </p:nvSpPr>
        <p:spPr>
          <a:xfrm>
            <a:off x="5550194" y="3755189"/>
            <a:ext cx="685800" cy="685800"/>
          </a:xfrm>
          <a:prstGeom prst="rect">
            <a:avLst/>
          </a:prstGeom>
          <a:solidFill>
            <a:schemeClr val="lt1"/>
          </a:solidFill>
          <a:ln cap="flat" cmpd="sng" w="19050">
            <a:solidFill>
              <a:srgbClr val="F1F3F6"/>
            </a:solidFill>
            <a:prstDash val="solid"/>
            <a:round/>
            <a:headEnd len="sm" w="sm" type="none"/>
            <a:tailEnd len="sm" w="sm" type="none"/>
          </a:ln>
        </p:spPr>
        <p:txBody>
          <a:bodyPr anchorCtr="0" anchor="ctr" bIns="45700" lIns="91425" spcFirstLastPara="1" rIns="91425" wrap="square" tIns="45700">
            <a:noAutofit/>
          </a:bodyPr>
          <a:lstStyle/>
          <a:p>
            <a:pPr indent="-91440" lvl="0" marL="91440" marR="0" rtl="0" algn="ctr">
              <a:spcBef>
                <a:spcPts val="0"/>
              </a:spcBef>
              <a:spcAft>
                <a:spcPts val="0"/>
              </a:spcAft>
              <a:buNone/>
            </a:pPr>
            <a:r>
              <a:t/>
            </a:r>
            <a:endParaRPr b="0" i="0" sz="1600">
              <a:solidFill>
                <a:schemeClr val="accent1"/>
              </a:solidFill>
              <a:latin typeface="Archivo"/>
              <a:ea typeface="Archivo"/>
              <a:cs typeface="Archivo"/>
              <a:sym typeface="Archivo"/>
            </a:endParaRPr>
          </a:p>
        </p:txBody>
      </p:sp>
      <p:sp>
        <p:nvSpPr>
          <p:cNvPr id="171" name="Google Shape;171;p28"/>
          <p:cNvSpPr/>
          <p:nvPr/>
        </p:nvSpPr>
        <p:spPr>
          <a:xfrm>
            <a:off x="6428691" y="3755189"/>
            <a:ext cx="685800" cy="685800"/>
          </a:xfrm>
          <a:prstGeom prst="rect">
            <a:avLst/>
          </a:prstGeom>
          <a:solidFill>
            <a:schemeClr val="lt1"/>
          </a:solidFill>
          <a:ln cap="flat" cmpd="sng" w="19050">
            <a:solidFill>
              <a:srgbClr val="F1F3F6"/>
            </a:solidFill>
            <a:prstDash val="solid"/>
            <a:round/>
            <a:headEnd len="sm" w="sm" type="none"/>
            <a:tailEnd len="sm" w="sm" type="none"/>
          </a:ln>
        </p:spPr>
        <p:txBody>
          <a:bodyPr anchorCtr="0" anchor="ctr" bIns="45700" lIns="91425" spcFirstLastPara="1" rIns="91425" wrap="square" tIns="45700">
            <a:noAutofit/>
          </a:bodyPr>
          <a:lstStyle/>
          <a:p>
            <a:pPr indent="-91440" lvl="0" marL="91440" marR="0" rtl="0" algn="ctr">
              <a:spcBef>
                <a:spcPts val="0"/>
              </a:spcBef>
              <a:spcAft>
                <a:spcPts val="0"/>
              </a:spcAft>
              <a:buNone/>
            </a:pPr>
            <a:r>
              <a:t/>
            </a:r>
            <a:endParaRPr b="0" i="0" sz="1600">
              <a:solidFill>
                <a:schemeClr val="accent1"/>
              </a:solidFill>
              <a:latin typeface="Archivo"/>
              <a:ea typeface="Archivo"/>
              <a:cs typeface="Archivo"/>
              <a:sym typeface="Archivo"/>
            </a:endParaRPr>
          </a:p>
        </p:txBody>
      </p:sp>
      <p:sp>
        <p:nvSpPr>
          <p:cNvPr id="172" name="Google Shape;172;p28"/>
          <p:cNvSpPr/>
          <p:nvPr/>
        </p:nvSpPr>
        <p:spPr>
          <a:xfrm>
            <a:off x="7307188" y="3755189"/>
            <a:ext cx="685800" cy="685800"/>
          </a:xfrm>
          <a:prstGeom prst="rect">
            <a:avLst/>
          </a:prstGeom>
          <a:solidFill>
            <a:schemeClr val="lt1"/>
          </a:solidFill>
          <a:ln cap="flat" cmpd="sng" w="19050">
            <a:solidFill>
              <a:srgbClr val="F1F3F6"/>
            </a:solidFill>
            <a:prstDash val="solid"/>
            <a:round/>
            <a:headEnd len="sm" w="sm" type="none"/>
            <a:tailEnd len="sm" w="sm" type="none"/>
          </a:ln>
        </p:spPr>
        <p:txBody>
          <a:bodyPr anchorCtr="0" anchor="ctr" bIns="45700" lIns="91425" spcFirstLastPara="1" rIns="91425" wrap="square" tIns="45700">
            <a:noAutofit/>
          </a:bodyPr>
          <a:lstStyle/>
          <a:p>
            <a:pPr indent="-91440" lvl="0" marL="91440" marR="0" rtl="0" algn="ctr">
              <a:spcBef>
                <a:spcPts val="0"/>
              </a:spcBef>
              <a:spcAft>
                <a:spcPts val="0"/>
              </a:spcAft>
              <a:buNone/>
            </a:pPr>
            <a:r>
              <a:t/>
            </a:r>
            <a:endParaRPr b="0" i="0" sz="1600">
              <a:solidFill>
                <a:schemeClr val="accent1"/>
              </a:solidFill>
              <a:latin typeface="Archivo"/>
              <a:ea typeface="Archivo"/>
              <a:cs typeface="Archivo"/>
              <a:sym typeface="Archivo"/>
            </a:endParaRPr>
          </a:p>
        </p:txBody>
      </p:sp>
      <p:sp>
        <p:nvSpPr>
          <p:cNvPr id="173" name="Google Shape;173;p28"/>
          <p:cNvSpPr/>
          <p:nvPr/>
        </p:nvSpPr>
        <p:spPr>
          <a:xfrm>
            <a:off x="8185681" y="3755189"/>
            <a:ext cx="685800" cy="685800"/>
          </a:xfrm>
          <a:prstGeom prst="rect">
            <a:avLst/>
          </a:prstGeom>
          <a:solidFill>
            <a:schemeClr val="lt1"/>
          </a:solidFill>
          <a:ln cap="flat" cmpd="sng" w="19050">
            <a:solidFill>
              <a:srgbClr val="F1F3F6"/>
            </a:solidFill>
            <a:prstDash val="solid"/>
            <a:round/>
            <a:headEnd len="sm" w="sm" type="none"/>
            <a:tailEnd len="sm" w="sm" type="none"/>
          </a:ln>
        </p:spPr>
        <p:txBody>
          <a:bodyPr anchorCtr="0" anchor="ctr" bIns="45700" lIns="91425" spcFirstLastPara="1" rIns="91425" wrap="square" tIns="45700">
            <a:noAutofit/>
          </a:bodyPr>
          <a:lstStyle/>
          <a:p>
            <a:pPr indent="-91440" lvl="0" marL="91440" marR="0" rtl="0" algn="ctr">
              <a:spcBef>
                <a:spcPts val="0"/>
              </a:spcBef>
              <a:spcAft>
                <a:spcPts val="0"/>
              </a:spcAft>
              <a:buNone/>
            </a:pPr>
            <a:r>
              <a:t/>
            </a:r>
            <a:endParaRPr b="0" i="0" sz="1600">
              <a:solidFill>
                <a:schemeClr val="accent1"/>
              </a:solidFill>
              <a:latin typeface="Archivo"/>
              <a:ea typeface="Archivo"/>
              <a:cs typeface="Archivo"/>
              <a:sym typeface="Archivo"/>
            </a:endParaRPr>
          </a:p>
        </p:txBody>
      </p:sp>
      <p:sp>
        <p:nvSpPr>
          <p:cNvPr id="174" name="Google Shape;174;p28"/>
          <p:cNvSpPr/>
          <p:nvPr/>
        </p:nvSpPr>
        <p:spPr>
          <a:xfrm>
            <a:off x="279212" y="1140991"/>
            <a:ext cx="685800" cy="685800"/>
          </a:xfrm>
          <a:prstGeom prst="rect">
            <a:avLst/>
          </a:prstGeom>
          <a:solidFill>
            <a:schemeClr val="lt1"/>
          </a:solidFill>
          <a:ln cap="flat" cmpd="sng" w="19050">
            <a:solidFill>
              <a:srgbClr val="F1F3F6"/>
            </a:solidFill>
            <a:prstDash val="solid"/>
            <a:round/>
            <a:headEnd len="sm" w="sm" type="none"/>
            <a:tailEnd len="sm" w="sm" type="none"/>
          </a:ln>
        </p:spPr>
        <p:txBody>
          <a:bodyPr anchorCtr="0" anchor="ctr" bIns="45700" lIns="91425" spcFirstLastPara="1" rIns="91425" wrap="square" tIns="45700">
            <a:noAutofit/>
          </a:bodyPr>
          <a:lstStyle/>
          <a:p>
            <a:pPr indent="-91440" lvl="0" marL="91440" marR="0" rtl="0" algn="ctr">
              <a:spcBef>
                <a:spcPts val="0"/>
              </a:spcBef>
              <a:spcAft>
                <a:spcPts val="0"/>
              </a:spcAft>
              <a:buNone/>
            </a:pPr>
            <a:r>
              <a:t/>
            </a:r>
            <a:endParaRPr b="0" i="0" sz="1600">
              <a:solidFill>
                <a:schemeClr val="accent1"/>
              </a:solidFill>
              <a:latin typeface="Archivo"/>
              <a:ea typeface="Archivo"/>
              <a:cs typeface="Archivo"/>
              <a:sym typeface="Archivo"/>
            </a:endParaRPr>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Headline">
  <p:cSld name="1/2_Headline">
    <p:spTree>
      <p:nvGrpSpPr>
        <p:cNvPr id="175" name="Shape 175"/>
        <p:cNvGrpSpPr/>
        <p:nvPr/>
      </p:nvGrpSpPr>
      <p:grpSpPr>
        <a:xfrm>
          <a:off x="0" y="0"/>
          <a:ext cx="0" cy="0"/>
          <a:chOff x="0" y="0"/>
          <a:chExt cx="0" cy="0"/>
        </a:xfrm>
      </p:grpSpPr>
      <p:sp>
        <p:nvSpPr>
          <p:cNvPr id="176" name="Google Shape;176;p29"/>
          <p:cNvSpPr txBox="1"/>
          <p:nvPr>
            <p:ph idx="11" type="ftr"/>
          </p:nvPr>
        </p:nvSpPr>
        <p:spPr>
          <a:xfrm>
            <a:off x="27432" y="4818888"/>
            <a:ext cx="3086100" cy="274637"/>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800">
                <a:solidFill>
                  <a:srgbClr val="7D8B99"/>
                </a:solidFill>
                <a:latin typeface="Archivo"/>
                <a:ea typeface="Archivo"/>
                <a:cs typeface="Archivo"/>
                <a:sym typeface="Archivo"/>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77" name="Google Shape;177;p29"/>
          <p:cNvSpPr txBox="1"/>
          <p:nvPr>
            <p:ph type="title"/>
          </p:nvPr>
        </p:nvSpPr>
        <p:spPr>
          <a:xfrm>
            <a:off x="457200" y="374904"/>
            <a:ext cx="3383280" cy="867930"/>
          </a:xfrm>
          <a:prstGeom prst="rect">
            <a:avLst/>
          </a:prstGeom>
          <a:noFill/>
          <a:ln>
            <a:noFill/>
          </a:ln>
        </p:spPr>
        <p:txBody>
          <a:bodyPr anchorCtr="0" anchor="t" bIns="45700" lIns="91425" spcFirstLastPara="1" rIns="91425" wrap="square" tIns="45700">
            <a:spAutoFit/>
          </a:bodyPr>
          <a:lstStyle>
            <a:lvl1pPr lvl="0" algn="l">
              <a:lnSpc>
                <a:spcPct val="90000"/>
              </a:lnSpc>
              <a:spcBef>
                <a:spcPts val="0"/>
              </a:spcBef>
              <a:spcAft>
                <a:spcPts val="0"/>
              </a:spcAft>
              <a:buClr>
                <a:srgbClr val="0F2E66"/>
              </a:buClr>
              <a:buSzPts val="2800"/>
              <a:buFont typeface="Archivo"/>
              <a:buNone/>
              <a:defRPr b="1" sz="2800">
                <a:solidFill>
                  <a:srgbClr val="0F2E66"/>
                </a:solidFill>
                <a:latin typeface="Archivo"/>
                <a:ea typeface="Archivo"/>
                <a:cs typeface="Archivo"/>
                <a:sym typeface="Archiv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hite Background">
  <p:cSld name="Blank White Background">
    <p:spTree>
      <p:nvGrpSpPr>
        <p:cNvPr id="178" name="Shape 178"/>
        <p:cNvGrpSpPr/>
        <p:nvPr/>
      </p:nvGrpSpPr>
      <p:grpSpPr>
        <a:xfrm>
          <a:off x="0" y="0"/>
          <a:ext cx="0" cy="0"/>
          <a:chOff x="0" y="0"/>
          <a:chExt cx="0" cy="0"/>
        </a:xfrm>
      </p:grpSpPr>
      <p:sp>
        <p:nvSpPr>
          <p:cNvPr id="179" name="Google Shape;179;p30"/>
          <p:cNvSpPr txBox="1"/>
          <p:nvPr>
            <p:ph idx="11" type="ftr"/>
          </p:nvPr>
        </p:nvSpPr>
        <p:spPr>
          <a:xfrm>
            <a:off x="27432" y="4818888"/>
            <a:ext cx="3086100" cy="274637"/>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800">
                <a:solidFill>
                  <a:srgbClr val="7D8B99"/>
                </a:solidFill>
                <a:latin typeface="Archivo"/>
                <a:ea typeface="Archivo"/>
                <a:cs typeface="Archivo"/>
                <a:sym typeface="Archivo"/>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2"/>
        </a:solidFill>
      </p:bgPr>
    </p:bg>
    <p:spTree>
      <p:nvGrpSpPr>
        <p:cNvPr id="183" name="Shape 183"/>
        <p:cNvGrpSpPr/>
        <p:nvPr/>
      </p:nvGrpSpPr>
      <p:grpSpPr>
        <a:xfrm>
          <a:off x="0" y="0"/>
          <a:ext cx="0" cy="0"/>
          <a:chOff x="0" y="0"/>
          <a:chExt cx="0" cy="0"/>
        </a:xfrm>
      </p:grpSpPr>
      <p:pic>
        <p:nvPicPr>
          <p:cNvPr id="184" name="Google Shape;184;p32"/>
          <p:cNvPicPr preferRelativeResize="0"/>
          <p:nvPr/>
        </p:nvPicPr>
        <p:blipFill rotWithShape="1">
          <a:blip r:embed="rId2">
            <a:alphaModFix/>
          </a:blip>
          <a:srcRect b="0" l="2703" r="2703" t="0"/>
          <a:stretch/>
        </p:blipFill>
        <p:spPr>
          <a:xfrm>
            <a:off x="0" y="0"/>
            <a:ext cx="9144000" cy="5148072"/>
          </a:xfrm>
          <a:prstGeom prst="rect">
            <a:avLst/>
          </a:prstGeom>
          <a:noFill/>
          <a:ln>
            <a:noFill/>
          </a:ln>
        </p:spPr>
      </p:pic>
      <p:pic>
        <p:nvPicPr>
          <p:cNvPr id="185" name="Google Shape;185;p32"/>
          <p:cNvPicPr preferRelativeResize="0"/>
          <p:nvPr/>
        </p:nvPicPr>
        <p:blipFill rotWithShape="1">
          <a:blip r:embed="rId3">
            <a:alphaModFix/>
          </a:blip>
          <a:srcRect b="0" l="0" r="0" t="0"/>
          <a:stretch/>
        </p:blipFill>
        <p:spPr>
          <a:xfrm>
            <a:off x="611868" y="471062"/>
            <a:ext cx="1227751" cy="580497"/>
          </a:xfrm>
          <a:prstGeom prst="rect">
            <a:avLst/>
          </a:prstGeom>
          <a:noFill/>
          <a:ln>
            <a:noFill/>
          </a:ln>
        </p:spPr>
      </p:pic>
      <p:sp>
        <p:nvSpPr>
          <p:cNvPr id="186" name="Google Shape;186;p32"/>
          <p:cNvSpPr txBox="1"/>
          <p:nvPr>
            <p:ph type="ctrTitle"/>
          </p:nvPr>
        </p:nvSpPr>
        <p:spPr>
          <a:xfrm>
            <a:off x="466344" y="3228368"/>
            <a:ext cx="7886699" cy="590931"/>
          </a:xfrm>
          <a:prstGeom prst="rect">
            <a:avLst/>
          </a:prstGeom>
          <a:noFill/>
          <a:ln>
            <a:noFill/>
          </a:ln>
        </p:spPr>
        <p:txBody>
          <a:bodyPr anchorCtr="0" anchor="b" bIns="45700" lIns="91425" spcFirstLastPara="1" rIns="0" wrap="square" tIns="45700">
            <a:spAutoFit/>
          </a:bodyPr>
          <a:lstStyle>
            <a:lvl1pPr lvl="0" algn="l">
              <a:lnSpc>
                <a:spcPct val="90000"/>
              </a:lnSpc>
              <a:spcBef>
                <a:spcPts val="0"/>
              </a:spcBef>
              <a:spcAft>
                <a:spcPts val="0"/>
              </a:spcAft>
              <a:buClr>
                <a:schemeClr val="dk1"/>
              </a:buClr>
              <a:buSzPts val="3600"/>
              <a:buFont typeface="Archivo"/>
              <a:buNone/>
              <a:defRPr sz="36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7" name="Google Shape;187;p32"/>
          <p:cNvSpPr txBox="1"/>
          <p:nvPr>
            <p:ph idx="1" type="subTitle"/>
          </p:nvPr>
        </p:nvSpPr>
        <p:spPr>
          <a:xfrm>
            <a:off x="466344" y="3813048"/>
            <a:ext cx="7886699" cy="338554"/>
          </a:xfrm>
          <a:prstGeom prst="rect">
            <a:avLst/>
          </a:prstGeom>
          <a:noFill/>
          <a:ln>
            <a:noFill/>
          </a:ln>
        </p:spPr>
        <p:txBody>
          <a:bodyPr anchorCtr="0" anchor="t" bIns="45700" lIns="91425" spcFirstLastPara="1" rIns="0" wrap="square" tIns="45700">
            <a:spAutoFit/>
          </a:bodyPr>
          <a:lstStyle>
            <a:lvl1pPr lvl="0" algn="l">
              <a:lnSpc>
                <a:spcPct val="100000"/>
              </a:lnSpc>
              <a:spcBef>
                <a:spcPts val="0"/>
              </a:spcBef>
              <a:spcAft>
                <a:spcPts val="0"/>
              </a:spcAft>
              <a:buSzPts val="1600"/>
              <a:buNone/>
              <a:defRPr b="0" i="0" sz="1600">
                <a:solidFill>
                  <a:schemeClr val="dk1"/>
                </a:solidFill>
                <a:latin typeface="Archivo"/>
                <a:ea typeface="Archivo"/>
                <a:cs typeface="Archivo"/>
                <a:sym typeface="Archivo"/>
              </a:defRPr>
            </a:lvl1pPr>
            <a:lvl2pPr lvl="1" algn="l">
              <a:lnSpc>
                <a:spcPct val="100000"/>
              </a:lnSpc>
              <a:spcBef>
                <a:spcPts val="600"/>
              </a:spcBef>
              <a:spcAft>
                <a:spcPts val="0"/>
              </a:spcAft>
              <a:buSzPts val="1800"/>
              <a:buNone/>
              <a:defRPr/>
            </a:lvl2pPr>
            <a:lvl3pPr lvl="2" algn="l">
              <a:lnSpc>
                <a:spcPct val="100000"/>
              </a:lnSpc>
              <a:spcBef>
                <a:spcPts val="600"/>
              </a:spcBef>
              <a:spcAft>
                <a:spcPts val="0"/>
              </a:spcAft>
              <a:buSzPts val="1800"/>
              <a:buNone/>
              <a:defRPr/>
            </a:lvl3pPr>
            <a:lvl4pPr lvl="3" algn="l">
              <a:spcBef>
                <a:spcPts val="600"/>
              </a:spcBef>
              <a:spcAft>
                <a:spcPts val="0"/>
              </a:spcAft>
              <a:buSzPts val="1800"/>
              <a:buChar char="–"/>
              <a:defRPr/>
            </a:lvl4pPr>
            <a:lvl5pPr lvl="4" algn="l">
              <a:spcBef>
                <a:spcPts val="360"/>
              </a:spcBef>
              <a:spcAft>
                <a:spcPts val="0"/>
              </a:spcAft>
              <a:buSzPts val="1800"/>
              <a:buChar char="»"/>
              <a:defRPr/>
            </a:lvl5pPr>
            <a:lvl6pPr lvl="5" algn="l">
              <a:spcBef>
                <a:spcPts val="360"/>
              </a:spcBef>
              <a:spcAft>
                <a:spcPts val="0"/>
              </a:spcAft>
              <a:buClr>
                <a:schemeClr val="dk1"/>
              </a:buClr>
              <a:buSzPts val="1800"/>
              <a:buChar char="•"/>
              <a:defRPr/>
            </a:lvl6pPr>
            <a:lvl7pPr lvl="6" algn="l">
              <a:spcBef>
                <a:spcPts val="360"/>
              </a:spcBef>
              <a:spcAft>
                <a:spcPts val="0"/>
              </a:spcAft>
              <a:buClr>
                <a:schemeClr val="dk1"/>
              </a:buClr>
              <a:buSzPts val="1800"/>
              <a:buChar char="•"/>
              <a:defRPr/>
            </a:lvl7pPr>
            <a:lvl8pPr lvl="7" algn="l">
              <a:spcBef>
                <a:spcPts val="360"/>
              </a:spcBef>
              <a:spcAft>
                <a:spcPts val="0"/>
              </a:spcAft>
              <a:buClr>
                <a:schemeClr val="dk1"/>
              </a:buClr>
              <a:buSzPts val="1800"/>
              <a:buChar char="•"/>
              <a:defRPr/>
            </a:lvl8pPr>
            <a:lvl9pPr lvl="8" algn="l">
              <a:spcBef>
                <a:spcPts val="360"/>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188" name="Shape 188"/>
        <p:cNvGrpSpPr/>
        <p:nvPr/>
      </p:nvGrpSpPr>
      <p:grpSpPr>
        <a:xfrm>
          <a:off x="0" y="0"/>
          <a:ext cx="0" cy="0"/>
          <a:chOff x="0" y="0"/>
          <a:chExt cx="0" cy="0"/>
        </a:xfrm>
      </p:grpSpPr>
      <p:sp>
        <p:nvSpPr>
          <p:cNvPr id="189" name="Google Shape;189;p33"/>
          <p:cNvSpPr txBox="1"/>
          <p:nvPr>
            <p:ph type="title"/>
          </p:nvPr>
        </p:nvSpPr>
        <p:spPr>
          <a:xfrm>
            <a:off x="457200" y="374904"/>
            <a:ext cx="8229600" cy="480131"/>
          </a:xfrm>
          <a:prstGeom prst="rect">
            <a:avLst/>
          </a:prstGeom>
          <a:noFill/>
          <a:ln>
            <a:noFill/>
          </a:ln>
        </p:spPr>
        <p:txBody>
          <a:bodyPr anchorCtr="0" anchor="t" bIns="45700" lIns="91425" spcFirstLastPara="1" rIns="91425" wrap="square" tIns="45700">
            <a:spAutoFit/>
          </a:bodyPr>
          <a:lstStyle>
            <a:lvl1pPr lvl="0" algn="l">
              <a:lnSpc>
                <a:spcPct val="90000"/>
              </a:lnSpc>
              <a:spcBef>
                <a:spcPts val="0"/>
              </a:spcBef>
              <a:spcAft>
                <a:spcPts val="0"/>
              </a:spcAft>
              <a:buClr>
                <a:srgbClr val="0F2E66"/>
              </a:buClr>
              <a:buSzPts val="2800"/>
              <a:buFont typeface="Archivo"/>
              <a:buNone/>
              <a:defRPr b="1" sz="2800">
                <a:solidFill>
                  <a:srgbClr val="0F2E66"/>
                </a:solidFill>
                <a:latin typeface="Archivo"/>
                <a:ea typeface="Archivo"/>
                <a:cs typeface="Archivo"/>
                <a:sym typeface="Archiv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0" name="Google Shape;190;p33"/>
          <p:cNvSpPr txBox="1"/>
          <p:nvPr>
            <p:ph idx="11" type="ftr"/>
          </p:nvPr>
        </p:nvSpPr>
        <p:spPr>
          <a:xfrm>
            <a:off x="27432" y="4818888"/>
            <a:ext cx="3086100" cy="274637"/>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800" u="none" cap="none" strike="noStrike">
                <a:solidFill>
                  <a:srgbClr val="7D8B99"/>
                </a:solidFill>
                <a:latin typeface="Archivo"/>
                <a:ea typeface="Archivo"/>
                <a:cs typeface="Archivo"/>
                <a:sym typeface="Archivo"/>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1">
  <p:cSld name="Layout 1">
    <p:spTree>
      <p:nvGrpSpPr>
        <p:cNvPr id="191" name="Shape 191"/>
        <p:cNvGrpSpPr/>
        <p:nvPr/>
      </p:nvGrpSpPr>
      <p:grpSpPr>
        <a:xfrm>
          <a:off x="0" y="0"/>
          <a:ext cx="0" cy="0"/>
          <a:chOff x="0" y="0"/>
          <a:chExt cx="0" cy="0"/>
        </a:xfrm>
      </p:grpSpPr>
      <p:pic>
        <p:nvPicPr>
          <p:cNvPr id="192" name="Google Shape;192;p34"/>
          <p:cNvPicPr preferRelativeResize="0"/>
          <p:nvPr/>
        </p:nvPicPr>
        <p:blipFill rotWithShape="1">
          <a:blip r:embed="rId2">
            <a:alphaModFix/>
          </a:blip>
          <a:srcRect b="0" l="4366" r="92366" t="0"/>
          <a:stretch/>
        </p:blipFill>
        <p:spPr>
          <a:xfrm>
            <a:off x="0" y="-2286"/>
            <a:ext cx="327412" cy="5148072"/>
          </a:xfrm>
          <a:prstGeom prst="rect">
            <a:avLst/>
          </a:prstGeom>
          <a:noFill/>
          <a:ln>
            <a:noFill/>
          </a:ln>
        </p:spPr>
      </p:pic>
      <p:sp>
        <p:nvSpPr>
          <p:cNvPr id="193" name="Google Shape;193;p34"/>
          <p:cNvSpPr txBox="1"/>
          <p:nvPr>
            <p:ph idx="11" type="ftr"/>
          </p:nvPr>
        </p:nvSpPr>
        <p:spPr>
          <a:xfrm>
            <a:off x="327412" y="4818888"/>
            <a:ext cx="3086100" cy="274637"/>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800">
                <a:solidFill>
                  <a:srgbClr val="7D8B99"/>
                </a:solidFill>
                <a:latin typeface="Archivo"/>
                <a:ea typeface="Archivo"/>
                <a:cs typeface="Archivo"/>
                <a:sym typeface="Archivo"/>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p:cSld name="Section Title">
    <p:spTree>
      <p:nvGrpSpPr>
        <p:cNvPr id="194" name="Shape 194"/>
        <p:cNvGrpSpPr/>
        <p:nvPr/>
      </p:nvGrpSpPr>
      <p:grpSpPr>
        <a:xfrm>
          <a:off x="0" y="0"/>
          <a:ext cx="0" cy="0"/>
          <a:chOff x="0" y="0"/>
          <a:chExt cx="0" cy="0"/>
        </a:xfrm>
      </p:grpSpPr>
      <p:pic>
        <p:nvPicPr>
          <p:cNvPr id="195" name="Google Shape;195;p35"/>
          <p:cNvPicPr preferRelativeResize="0"/>
          <p:nvPr/>
        </p:nvPicPr>
        <p:blipFill rotWithShape="1">
          <a:blip r:embed="rId2">
            <a:alphaModFix/>
          </a:blip>
          <a:srcRect b="0" l="4364" r="70596" t="0"/>
          <a:stretch/>
        </p:blipFill>
        <p:spPr>
          <a:xfrm>
            <a:off x="-1" y="-2286"/>
            <a:ext cx="2508653" cy="5148072"/>
          </a:xfrm>
          <a:prstGeom prst="rect">
            <a:avLst/>
          </a:prstGeom>
          <a:noFill/>
          <a:ln>
            <a:noFill/>
          </a:ln>
        </p:spPr>
      </p:pic>
      <p:sp>
        <p:nvSpPr>
          <p:cNvPr id="196" name="Google Shape;196;p35"/>
          <p:cNvSpPr txBox="1"/>
          <p:nvPr>
            <p:ph idx="11" type="ftr"/>
          </p:nvPr>
        </p:nvSpPr>
        <p:spPr>
          <a:xfrm>
            <a:off x="27432" y="4818888"/>
            <a:ext cx="3086100" cy="274637"/>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800">
                <a:solidFill>
                  <a:srgbClr val="7D8B99"/>
                </a:solidFill>
                <a:latin typeface="Archivo"/>
                <a:ea typeface="Archivo"/>
                <a:cs typeface="Archivo"/>
                <a:sym typeface="Archivo"/>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_One">
  <p:cSld name="Intro_One">
    <p:spTree>
      <p:nvGrpSpPr>
        <p:cNvPr id="197" name="Shape 197"/>
        <p:cNvGrpSpPr/>
        <p:nvPr/>
      </p:nvGrpSpPr>
      <p:grpSpPr>
        <a:xfrm>
          <a:off x="0" y="0"/>
          <a:ext cx="0" cy="0"/>
          <a:chOff x="0" y="0"/>
          <a:chExt cx="0" cy="0"/>
        </a:xfrm>
      </p:grpSpPr>
      <p:pic>
        <p:nvPicPr>
          <p:cNvPr id="198" name="Google Shape;198;p36"/>
          <p:cNvPicPr preferRelativeResize="0"/>
          <p:nvPr/>
        </p:nvPicPr>
        <p:blipFill rotWithShape="1">
          <a:blip r:embed="rId2">
            <a:alphaModFix/>
          </a:blip>
          <a:srcRect b="18082" l="0" r="18630" t="0"/>
          <a:stretch/>
        </p:blipFill>
        <p:spPr>
          <a:xfrm>
            <a:off x="-1" y="1"/>
            <a:ext cx="9144001" cy="5143499"/>
          </a:xfrm>
          <a:prstGeom prst="rect">
            <a:avLst/>
          </a:prstGeom>
          <a:noFill/>
          <a:ln>
            <a:noFill/>
          </a:ln>
        </p:spPr>
      </p:pic>
      <p:sp>
        <p:nvSpPr>
          <p:cNvPr id="199" name="Google Shape;199;p36"/>
          <p:cNvSpPr/>
          <p:nvPr>
            <p:ph idx="2" type="pic"/>
          </p:nvPr>
        </p:nvSpPr>
        <p:spPr>
          <a:xfrm>
            <a:off x="2067336" y="1428750"/>
            <a:ext cx="2286000" cy="2286000"/>
          </a:xfrm>
          <a:prstGeom prst="roundRect">
            <a:avLst>
              <a:gd fmla="val 1846" name="adj"/>
            </a:avLst>
          </a:prstGeom>
          <a:solidFill>
            <a:srgbClr val="7D8B99"/>
          </a:solidFill>
          <a:ln cap="flat" cmpd="sng" w="19050">
            <a:solidFill>
              <a:schemeClr val="lt1"/>
            </a:solidFill>
            <a:prstDash val="solid"/>
            <a:round/>
            <a:headEnd len="sm" w="sm" type="none"/>
            <a:tailEnd len="sm" w="sm" type="none"/>
          </a:ln>
        </p:spPr>
      </p:sp>
      <p:sp>
        <p:nvSpPr>
          <p:cNvPr id="200" name="Google Shape;200;p36"/>
          <p:cNvSpPr txBox="1"/>
          <p:nvPr>
            <p:ph idx="1" type="body"/>
          </p:nvPr>
        </p:nvSpPr>
        <p:spPr>
          <a:xfrm>
            <a:off x="4589219" y="2102713"/>
            <a:ext cx="3794760" cy="424732"/>
          </a:xfrm>
          <a:prstGeom prst="rect">
            <a:avLst/>
          </a:prstGeom>
          <a:noFill/>
          <a:ln>
            <a:noFill/>
          </a:ln>
        </p:spPr>
        <p:txBody>
          <a:bodyPr anchorCtr="0" anchor="b" bIns="45700" lIns="91425" spcFirstLastPara="1" rIns="91425" wrap="square" tIns="45700">
            <a:spAutoFit/>
          </a:bodyPr>
          <a:lstStyle>
            <a:lvl1pPr indent="-228600" lvl="0" marL="457200" algn="l">
              <a:lnSpc>
                <a:spcPct val="90000"/>
              </a:lnSpc>
              <a:spcBef>
                <a:spcPts val="0"/>
              </a:spcBef>
              <a:spcAft>
                <a:spcPts val="0"/>
              </a:spcAft>
              <a:buSzPts val="2400"/>
              <a:buFont typeface="Archivo"/>
              <a:buNone/>
              <a:defRPr b="1" sz="2400">
                <a:solidFill>
                  <a:srgbClr val="0F2E66"/>
                </a:solidFill>
                <a:latin typeface="Archivo"/>
                <a:ea typeface="Archivo"/>
                <a:cs typeface="Archivo"/>
                <a:sym typeface="Archivo"/>
              </a:defRPr>
            </a:lvl1pPr>
            <a:lvl2pPr indent="-228600" lvl="1" marL="914400" algn="l">
              <a:lnSpc>
                <a:spcPct val="100000"/>
              </a:lnSpc>
              <a:spcBef>
                <a:spcPts val="600"/>
              </a:spcBef>
              <a:spcAft>
                <a:spcPts val="0"/>
              </a:spcAft>
              <a:buSzPts val="1100"/>
              <a:buFont typeface="Archivo Light"/>
              <a:buNone/>
              <a:defRPr sz="1100"/>
            </a:lvl2pPr>
            <a:lvl3pPr indent="-228600" lvl="2" marL="1371600" algn="l">
              <a:lnSpc>
                <a:spcPct val="100000"/>
              </a:lnSpc>
              <a:spcBef>
                <a:spcPts val="600"/>
              </a:spcBef>
              <a:spcAft>
                <a:spcPts val="0"/>
              </a:spcAft>
              <a:buSzPts val="1100"/>
              <a:buFont typeface="Archivo Light"/>
              <a:buNone/>
              <a:defRPr sz="1100"/>
            </a:lvl3pPr>
            <a:lvl4pPr indent="-228600" lvl="3" marL="1828800" algn="l">
              <a:spcBef>
                <a:spcPts val="600"/>
              </a:spcBef>
              <a:spcAft>
                <a:spcPts val="0"/>
              </a:spcAft>
              <a:buSzPts val="1100"/>
              <a:buFont typeface="Arial"/>
              <a:buNone/>
              <a:defRPr sz="1100"/>
            </a:lvl4pPr>
            <a:lvl5pPr indent="-228600" lvl="4" marL="2286000" algn="l">
              <a:spcBef>
                <a:spcPts val="220"/>
              </a:spcBef>
              <a:spcAft>
                <a:spcPts val="0"/>
              </a:spcAft>
              <a:buSzPts val="1100"/>
              <a:buFont typeface="Arial"/>
              <a:buNone/>
              <a:defRPr sz="11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1" name="Google Shape;201;p36"/>
          <p:cNvSpPr txBox="1"/>
          <p:nvPr>
            <p:ph idx="3" type="body"/>
          </p:nvPr>
        </p:nvSpPr>
        <p:spPr>
          <a:xfrm>
            <a:off x="4589219" y="2452176"/>
            <a:ext cx="3794760" cy="369332"/>
          </a:xfrm>
          <a:prstGeom prst="rect">
            <a:avLst/>
          </a:prstGeom>
          <a:noFill/>
          <a:ln>
            <a:noFill/>
          </a:ln>
        </p:spPr>
        <p:txBody>
          <a:bodyPr anchorCtr="0" anchor="t" bIns="45700" lIns="91425" spcFirstLastPara="1" rIns="91425" wrap="square" tIns="45700">
            <a:spAutoFit/>
          </a:bodyPr>
          <a:lstStyle>
            <a:lvl1pPr indent="-228600" lvl="0" marL="457200" algn="l">
              <a:lnSpc>
                <a:spcPct val="100000"/>
              </a:lnSpc>
              <a:spcBef>
                <a:spcPts val="0"/>
              </a:spcBef>
              <a:spcAft>
                <a:spcPts val="0"/>
              </a:spcAft>
              <a:buSzPts val="1800"/>
              <a:buFont typeface="Archivo"/>
              <a:buNone/>
              <a:defRPr b="0" sz="1800">
                <a:solidFill>
                  <a:srgbClr val="0F2E66"/>
                </a:solidFill>
                <a:latin typeface="Archivo"/>
                <a:ea typeface="Archivo"/>
                <a:cs typeface="Archivo"/>
                <a:sym typeface="Archivo"/>
              </a:defRPr>
            </a:lvl1pPr>
            <a:lvl2pPr indent="-228600" lvl="1" marL="914400" algn="l">
              <a:lnSpc>
                <a:spcPct val="100000"/>
              </a:lnSpc>
              <a:spcBef>
                <a:spcPts val="600"/>
              </a:spcBef>
              <a:spcAft>
                <a:spcPts val="0"/>
              </a:spcAft>
              <a:buSzPts val="1100"/>
              <a:buFont typeface="Archivo Light"/>
              <a:buNone/>
              <a:defRPr sz="1100"/>
            </a:lvl2pPr>
            <a:lvl3pPr indent="-228600" lvl="2" marL="1371600" algn="l">
              <a:lnSpc>
                <a:spcPct val="100000"/>
              </a:lnSpc>
              <a:spcBef>
                <a:spcPts val="600"/>
              </a:spcBef>
              <a:spcAft>
                <a:spcPts val="0"/>
              </a:spcAft>
              <a:buSzPts val="1100"/>
              <a:buFont typeface="Archivo Light"/>
              <a:buNone/>
              <a:defRPr sz="1100"/>
            </a:lvl3pPr>
            <a:lvl4pPr indent="-228600" lvl="3" marL="1828800" algn="l">
              <a:spcBef>
                <a:spcPts val="600"/>
              </a:spcBef>
              <a:spcAft>
                <a:spcPts val="0"/>
              </a:spcAft>
              <a:buSzPts val="1100"/>
              <a:buFont typeface="Arial"/>
              <a:buNone/>
              <a:defRPr sz="1100"/>
            </a:lvl4pPr>
            <a:lvl5pPr indent="-228600" lvl="4" marL="2286000" algn="l">
              <a:spcBef>
                <a:spcPts val="220"/>
              </a:spcBef>
              <a:spcAft>
                <a:spcPts val="0"/>
              </a:spcAft>
              <a:buSzPts val="1100"/>
              <a:buFont typeface="Arial"/>
              <a:buNone/>
              <a:defRPr sz="11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2" name="Google Shape;202;p36"/>
          <p:cNvSpPr txBox="1"/>
          <p:nvPr>
            <p:ph idx="11" type="ftr"/>
          </p:nvPr>
        </p:nvSpPr>
        <p:spPr>
          <a:xfrm>
            <a:off x="27432" y="4818888"/>
            <a:ext cx="3086100" cy="274637"/>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800">
                <a:solidFill>
                  <a:srgbClr val="7D8B99"/>
                </a:solidFill>
                <a:latin typeface="Archivo"/>
                <a:ea typeface="Archivo"/>
                <a:cs typeface="Archivo"/>
                <a:sym typeface="Archivo"/>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03" name="Google Shape;203;p36"/>
          <p:cNvSpPr txBox="1"/>
          <p:nvPr>
            <p:ph idx="4" type="body"/>
          </p:nvPr>
        </p:nvSpPr>
        <p:spPr>
          <a:xfrm>
            <a:off x="4589220" y="2834104"/>
            <a:ext cx="3794760" cy="276999"/>
          </a:xfrm>
          <a:prstGeom prst="rect">
            <a:avLst/>
          </a:prstGeom>
          <a:noFill/>
          <a:ln>
            <a:noFill/>
          </a:ln>
        </p:spPr>
        <p:txBody>
          <a:bodyPr anchorCtr="0" anchor="t" bIns="45700" lIns="91425" spcFirstLastPara="1" rIns="91425" wrap="square" tIns="45700">
            <a:spAutoFit/>
          </a:bodyPr>
          <a:lstStyle>
            <a:lvl1pPr indent="-228600" lvl="0" marL="457200" algn="l">
              <a:lnSpc>
                <a:spcPct val="100000"/>
              </a:lnSpc>
              <a:spcBef>
                <a:spcPts val="600"/>
              </a:spcBef>
              <a:spcAft>
                <a:spcPts val="0"/>
              </a:spcAft>
              <a:buSzPts val="1200"/>
              <a:buFont typeface="Archivo"/>
              <a:buNone/>
              <a:defRPr b="0" i="0" sz="1200">
                <a:solidFill>
                  <a:schemeClr val="dk2"/>
                </a:solidFill>
                <a:latin typeface="Archivo"/>
                <a:ea typeface="Archivo"/>
                <a:cs typeface="Archivo"/>
                <a:sym typeface="Archivo"/>
              </a:defRPr>
            </a:lvl1pPr>
            <a:lvl2pPr indent="-228600" lvl="1" marL="914400" algn="l">
              <a:lnSpc>
                <a:spcPct val="100000"/>
              </a:lnSpc>
              <a:spcBef>
                <a:spcPts val="600"/>
              </a:spcBef>
              <a:spcAft>
                <a:spcPts val="0"/>
              </a:spcAft>
              <a:buSzPts val="1100"/>
              <a:buFont typeface="Archivo Light"/>
              <a:buNone/>
              <a:defRPr sz="1100"/>
            </a:lvl2pPr>
            <a:lvl3pPr indent="-228600" lvl="2" marL="1371600" algn="l">
              <a:lnSpc>
                <a:spcPct val="100000"/>
              </a:lnSpc>
              <a:spcBef>
                <a:spcPts val="600"/>
              </a:spcBef>
              <a:spcAft>
                <a:spcPts val="0"/>
              </a:spcAft>
              <a:buSzPts val="1100"/>
              <a:buFont typeface="Archivo Light"/>
              <a:buNone/>
              <a:defRPr sz="1100"/>
            </a:lvl3pPr>
            <a:lvl4pPr indent="-228600" lvl="3" marL="1828800" algn="l">
              <a:spcBef>
                <a:spcPts val="600"/>
              </a:spcBef>
              <a:spcAft>
                <a:spcPts val="0"/>
              </a:spcAft>
              <a:buSzPts val="1100"/>
              <a:buFont typeface="Arial"/>
              <a:buNone/>
              <a:defRPr sz="1100"/>
            </a:lvl4pPr>
            <a:lvl5pPr indent="-228600" lvl="4" marL="2286000" algn="l">
              <a:spcBef>
                <a:spcPts val="220"/>
              </a:spcBef>
              <a:spcAft>
                <a:spcPts val="0"/>
              </a:spcAft>
              <a:buSzPts val="1100"/>
              <a:buFont typeface="Arial"/>
              <a:buNone/>
              <a:defRPr sz="11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_Two">
  <p:cSld name="Intro_Two">
    <p:spTree>
      <p:nvGrpSpPr>
        <p:cNvPr id="204" name="Shape 204"/>
        <p:cNvGrpSpPr/>
        <p:nvPr/>
      </p:nvGrpSpPr>
      <p:grpSpPr>
        <a:xfrm>
          <a:off x="0" y="0"/>
          <a:ext cx="0" cy="0"/>
          <a:chOff x="0" y="0"/>
          <a:chExt cx="0" cy="0"/>
        </a:xfrm>
      </p:grpSpPr>
      <p:pic>
        <p:nvPicPr>
          <p:cNvPr id="205" name="Google Shape;205;p37"/>
          <p:cNvPicPr preferRelativeResize="0"/>
          <p:nvPr/>
        </p:nvPicPr>
        <p:blipFill rotWithShape="1">
          <a:blip r:embed="rId2">
            <a:alphaModFix/>
          </a:blip>
          <a:srcRect b="18082" l="0" r="18630" t="0"/>
          <a:stretch/>
        </p:blipFill>
        <p:spPr>
          <a:xfrm>
            <a:off x="-1" y="1"/>
            <a:ext cx="9144001" cy="5143499"/>
          </a:xfrm>
          <a:prstGeom prst="rect">
            <a:avLst/>
          </a:prstGeom>
          <a:noFill/>
          <a:ln>
            <a:noFill/>
          </a:ln>
        </p:spPr>
      </p:pic>
      <p:sp>
        <p:nvSpPr>
          <p:cNvPr id="206" name="Google Shape;206;p37"/>
          <p:cNvSpPr/>
          <p:nvPr>
            <p:ph idx="2" type="pic"/>
          </p:nvPr>
        </p:nvSpPr>
        <p:spPr>
          <a:xfrm>
            <a:off x="5299075" y="1112456"/>
            <a:ext cx="2003425" cy="2003425"/>
          </a:xfrm>
          <a:prstGeom prst="roundRect">
            <a:avLst>
              <a:gd fmla="val 1846" name="adj"/>
            </a:avLst>
          </a:prstGeom>
          <a:solidFill>
            <a:srgbClr val="7D8B99"/>
          </a:solidFill>
          <a:ln cap="flat" cmpd="sng" w="19050">
            <a:solidFill>
              <a:schemeClr val="lt1"/>
            </a:solidFill>
            <a:prstDash val="solid"/>
            <a:round/>
            <a:headEnd len="sm" w="sm" type="none"/>
            <a:tailEnd len="sm" w="sm" type="none"/>
          </a:ln>
        </p:spPr>
      </p:sp>
      <p:sp>
        <p:nvSpPr>
          <p:cNvPr id="207" name="Google Shape;207;p37"/>
          <p:cNvSpPr/>
          <p:nvPr>
            <p:ph idx="3" type="pic"/>
          </p:nvPr>
        </p:nvSpPr>
        <p:spPr>
          <a:xfrm>
            <a:off x="1841501" y="1112456"/>
            <a:ext cx="2003425" cy="2003425"/>
          </a:xfrm>
          <a:prstGeom prst="roundRect">
            <a:avLst>
              <a:gd fmla="val 1846" name="adj"/>
            </a:avLst>
          </a:prstGeom>
          <a:solidFill>
            <a:srgbClr val="7D8B99"/>
          </a:solidFill>
          <a:ln cap="flat" cmpd="sng" w="19050">
            <a:solidFill>
              <a:schemeClr val="lt1"/>
            </a:solidFill>
            <a:prstDash val="solid"/>
            <a:round/>
            <a:headEnd len="sm" w="sm" type="none"/>
            <a:tailEnd len="sm" w="sm" type="none"/>
          </a:ln>
        </p:spPr>
      </p:sp>
      <p:sp>
        <p:nvSpPr>
          <p:cNvPr id="208" name="Google Shape;208;p37"/>
          <p:cNvSpPr txBox="1"/>
          <p:nvPr>
            <p:ph idx="1" type="body"/>
          </p:nvPr>
        </p:nvSpPr>
        <p:spPr>
          <a:xfrm>
            <a:off x="1651026" y="3243238"/>
            <a:ext cx="2386584" cy="369332"/>
          </a:xfrm>
          <a:prstGeom prst="rect">
            <a:avLst/>
          </a:prstGeom>
          <a:noFill/>
          <a:ln>
            <a:noFill/>
          </a:ln>
        </p:spPr>
        <p:txBody>
          <a:bodyPr anchorCtr="0" anchor="t" bIns="45700" lIns="91425" spcFirstLastPara="1" rIns="91425" wrap="square" tIns="45700">
            <a:spAutoFit/>
          </a:bodyPr>
          <a:lstStyle>
            <a:lvl1pPr indent="-228600" lvl="0" marL="457200" algn="ctr">
              <a:lnSpc>
                <a:spcPct val="100000"/>
              </a:lnSpc>
              <a:spcBef>
                <a:spcPts val="0"/>
              </a:spcBef>
              <a:spcAft>
                <a:spcPts val="0"/>
              </a:spcAft>
              <a:buSzPts val="1800"/>
              <a:buFont typeface="Archivo"/>
              <a:buNone/>
              <a:defRPr b="1" sz="1800">
                <a:solidFill>
                  <a:srgbClr val="0F2E66"/>
                </a:solidFill>
                <a:latin typeface="Archivo"/>
                <a:ea typeface="Archivo"/>
                <a:cs typeface="Archivo"/>
                <a:sym typeface="Archivo"/>
              </a:defRPr>
            </a:lvl1pPr>
            <a:lvl2pPr indent="-228600" lvl="1" marL="914400" algn="l">
              <a:lnSpc>
                <a:spcPct val="100000"/>
              </a:lnSpc>
              <a:spcBef>
                <a:spcPts val="600"/>
              </a:spcBef>
              <a:spcAft>
                <a:spcPts val="0"/>
              </a:spcAft>
              <a:buSzPts val="1100"/>
              <a:buFont typeface="Archivo Light"/>
              <a:buNone/>
              <a:defRPr sz="1100"/>
            </a:lvl2pPr>
            <a:lvl3pPr indent="-228600" lvl="2" marL="1371600" algn="l">
              <a:lnSpc>
                <a:spcPct val="100000"/>
              </a:lnSpc>
              <a:spcBef>
                <a:spcPts val="600"/>
              </a:spcBef>
              <a:spcAft>
                <a:spcPts val="0"/>
              </a:spcAft>
              <a:buSzPts val="1100"/>
              <a:buFont typeface="Archivo Light"/>
              <a:buNone/>
              <a:defRPr sz="1100"/>
            </a:lvl3pPr>
            <a:lvl4pPr indent="-228600" lvl="3" marL="1828800" algn="l">
              <a:spcBef>
                <a:spcPts val="600"/>
              </a:spcBef>
              <a:spcAft>
                <a:spcPts val="0"/>
              </a:spcAft>
              <a:buSzPts val="1100"/>
              <a:buFont typeface="Arial"/>
              <a:buNone/>
              <a:defRPr sz="1100"/>
            </a:lvl4pPr>
            <a:lvl5pPr indent="-228600" lvl="4" marL="2286000" algn="l">
              <a:spcBef>
                <a:spcPts val="220"/>
              </a:spcBef>
              <a:spcAft>
                <a:spcPts val="0"/>
              </a:spcAft>
              <a:buSzPts val="1100"/>
              <a:buFont typeface="Arial"/>
              <a:buNone/>
              <a:defRPr sz="11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9" name="Google Shape;209;p37"/>
          <p:cNvSpPr txBox="1"/>
          <p:nvPr>
            <p:ph idx="4" type="body"/>
          </p:nvPr>
        </p:nvSpPr>
        <p:spPr>
          <a:xfrm>
            <a:off x="1651026" y="3556117"/>
            <a:ext cx="2386584" cy="307777"/>
          </a:xfrm>
          <a:prstGeom prst="rect">
            <a:avLst/>
          </a:prstGeom>
          <a:noFill/>
          <a:ln>
            <a:noFill/>
          </a:ln>
        </p:spPr>
        <p:txBody>
          <a:bodyPr anchorCtr="0" anchor="t" bIns="45700" lIns="91425" spcFirstLastPara="1" rIns="91425" wrap="square" tIns="45700">
            <a:spAutoFit/>
          </a:bodyPr>
          <a:lstStyle>
            <a:lvl1pPr indent="-228600" lvl="0" marL="457200" algn="ctr">
              <a:lnSpc>
                <a:spcPct val="100000"/>
              </a:lnSpc>
              <a:spcBef>
                <a:spcPts val="0"/>
              </a:spcBef>
              <a:spcAft>
                <a:spcPts val="0"/>
              </a:spcAft>
              <a:buSzPts val="1400"/>
              <a:buFont typeface="Archivo"/>
              <a:buNone/>
              <a:defRPr b="0" sz="1400">
                <a:solidFill>
                  <a:srgbClr val="0F2E66"/>
                </a:solidFill>
                <a:latin typeface="Archivo"/>
                <a:ea typeface="Archivo"/>
                <a:cs typeface="Archivo"/>
                <a:sym typeface="Archivo"/>
              </a:defRPr>
            </a:lvl1pPr>
            <a:lvl2pPr indent="-228600" lvl="1" marL="914400" algn="l">
              <a:lnSpc>
                <a:spcPct val="100000"/>
              </a:lnSpc>
              <a:spcBef>
                <a:spcPts val="600"/>
              </a:spcBef>
              <a:spcAft>
                <a:spcPts val="0"/>
              </a:spcAft>
              <a:buSzPts val="1100"/>
              <a:buFont typeface="Archivo Light"/>
              <a:buNone/>
              <a:defRPr sz="1100"/>
            </a:lvl2pPr>
            <a:lvl3pPr indent="-228600" lvl="2" marL="1371600" algn="l">
              <a:lnSpc>
                <a:spcPct val="100000"/>
              </a:lnSpc>
              <a:spcBef>
                <a:spcPts val="600"/>
              </a:spcBef>
              <a:spcAft>
                <a:spcPts val="0"/>
              </a:spcAft>
              <a:buSzPts val="1100"/>
              <a:buFont typeface="Archivo Light"/>
              <a:buNone/>
              <a:defRPr sz="1100"/>
            </a:lvl3pPr>
            <a:lvl4pPr indent="-228600" lvl="3" marL="1828800" algn="l">
              <a:spcBef>
                <a:spcPts val="600"/>
              </a:spcBef>
              <a:spcAft>
                <a:spcPts val="0"/>
              </a:spcAft>
              <a:buSzPts val="1100"/>
              <a:buFont typeface="Arial"/>
              <a:buNone/>
              <a:defRPr sz="1100"/>
            </a:lvl4pPr>
            <a:lvl5pPr indent="-228600" lvl="4" marL="2286000" algn="l">
              <a:spcBef>
                <a:spcPts val="220"/>
              </a:spcBef>
              <a:spcAft>
                <a:spcPts val="0"/>
              </a:spcAft>
              <a:buSzPts val="1100"/>
              <a:buFont typeface="Arial"/>
              <a:buNone/>
              <a:defRPr sz="11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10" name="Google Shape;210;p37"/>
          <p:cNvSpPr txBox="1"/>
          <p:nvPr>
            <p:ph idx="5" type="body"/>
          </p:nvPr>
        </p:nvSpPr>
        <p:spPr>
          <a:xfrm>
            <a:off x="5107691" y="3243238"/>
            <a:ext cx="2386584" cy="369332"/>
          </a:xfrm>
          <a:prstGeom prst="rect">
            <a:avLst/>
          </a:prstGeom>
          <a:noFill/>
          <a:ln>
            <a:noFill/>
          </a:ln>
        </p:spPr>
        <p:txBody>
          <a:bodyPr anchorCtr="0" anchor="t" bIns="45700" lIns="91425" spcFirstLastPara="1" rIns="91425" wrap="square" tIns="45700">
            <a:spAutoFit/>
          </a:bodyPr>
          <a:lstStyle>
            <a:lvl1pPr indent="-228600" lvl="0" marL="457200" algn="ctr">
              <a:lnSpc>
                <a:spcPct val="100000"/>
              </a:lnSpc>
              <a:spcBef>
                <a:spcPts val="0"/>
              </a:spcBef>
              <a:spcAft>
                <a:spcPts val="0"/>
              </a:spcAft>
              <a:buSzPts val="1800"/>
              <a:buFont typeface="Archivo"/>
              <a:buNone/>
              <a:defRPr b="1" sz="1800">
                <a:solidFill>
                  <a:srgbClr val="0F2E66"/>
                </a:solidFill>
                <a:latin typeface="Archivo"/>
                <a:ea typeface="Archivo"/>
                <a:cs typeface="Archivo"/>
                <a:sym typeface="Archivo"/>
              </a:defRPr>
            </a:lvl1pPr>
            <a:lvl2pPr indent="-228600" lvl="1" marL="914400" algn="l">
              <a:lnSpc>
                <a:spcPct val="100000"/>
              </a:lnSpc>
              <a:spcBef>
                <a:spcPts val="600"/>
              </a:spcBef>
              <a:spcAft>
                <a:spcPts val="0"/>
              </a:spcAft>
              <a:buSzPts val="1100"/>
              <a:buFont typeface="Archivo Light"/>
              <a:buNone/>
              <a:defRPr sz="1100"/>
            </a:lvl2pPr>
            <a:lvl3pPr indent="-228600" lvl="2" marL="1371600" algn="l">
              <a:lnSpc>
                <a:spcPct val="100000"/>
              </a:lnSpc>
              <a:spcBef>
                <a:spcPts val="600"/>
              </a:spcBef>
              <a:spcAft>
                <a:spcPts val="0"/>
              </a:spcAft>
              <a:buSzPts val="1100"/>
              <a:buFont typeface="Archivo Light"/>
              <a:buNone/>
              <a:defRPr sz="1100"/>
            </a:lvl3pPr>
            <a:lvl4pPr indent="-228600" lvl="3" marL="1828800" algn="l">
              <a:spcBef>
                <a:spcPts val="600"/>
              </a:spcBef>
              <a:spcAft>
                <a:spcPts val="0"/>
              </a:spcAft>
              <a:buSzPts val="1100"/>
              <a:buFont typeface="Arial"/>
              <a:buNone/>
              <a:defRPr sz="1100"/>
            </a:lvl4pPr>
            <a:lvl5pPr indent="-228600" lvl="4" marL="2286000" algn="l">
              <a:spcBef>
                <a:spcPts val="220"/>
              </a:spcBef>
              <a:spcAft>
                <a:spcPts val="0"/>
              </a:spcAft>
              <a:buSzPts val="1100"/>
              <a:buFont typeface="Arial"/>
              <a:buNone/>
              <a:defRPr sz="11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11" name="Google Shape;211;p37"/>
          <p:cNvSpPr txBox="1"/>
          <p:nvPr>
            <p:ph idx="6" type="body"/>
          </p:nvPr>
        </p:nvSpPr>
        <p:spPr>
          <a:xfrm>
            <a:off x="5107691" y="3556117"/>
            <a:ext cx="2386584" cy="307777"/>
          </a:xfrm>
          <a:prstGeom prst="rect">
            <a:avLst/>
          </a:prstGeom>
          <a:noFill/>
          <a:ln>
            <a:noFill/>
          </a:ln>
        </p:spPr>
        <p:txBody>
          <a:bodyPr anchorCtr="0" anchor="t" bIns="45700" lIns="91425" spcFirstLastPara="1" rIns="91425" wrap="square" tIns="45700">
            <a:spAutoFit/>
          </a:bodyPr>
          <a:lstStyle>
            <a:lvl1pPr indent="-228600" lvl="0" marL="457200" algn="ctr">
              <a:lnSpc>
                <a:spcPct val="100000"/>
              </a:lnSpc>
              <a:spcBef>
                <a:spcPts val="0"/>
              </a:spcBef>
              <a:spcAft>
                <a:spcPts val="0"/>
              </a:spcAft>
              <a:buSzPts val="1400"/>
              <a:buFont typeface="Archivo"/>
              <a:buNone/>
              <a:defRPr b="0" sz="1400">
                <a:solidFill>
                  <a:srgbClr val="0F2E66"/>
                </a:solidFill>
                <a:latin typeface="Archivo"/>
                <a:ea typeface="Archivo"/>
                <a:cs typeface="Archivo"/>
                <a:sym typeface="Archivo"/>
              </a:defRPr>
            </a:lvl1pPr>
            <a:lvl2pPr indent="-228600" lvl="1" marL="914400" algn="l">
              <a:lnSpc>
                <a:spcPct val="100000"/>
              </a:lnSpc>
              <a:spcBef>
                <a:spcPts val="600"/>
              </a:spcBef>
              <a:spcAft>
                <a:spcPts val="0"/>
              </a:spcAft>
              <a:buSzPts val="1100"/>
              <a:buFont typeface="Archivo Light"/>
              <a:buNone/>
              <a:defRPr sz="1100"/>
            </a:lvl2pPr>
            <a:lvl3pPr indent="-228600" lvl="2" marL="1371600" algn="l">
              <a:lnSpc>
                <a:spcPct val="100000"/>
              </a:lnSpc>
              <a:spcBef>
                <a:spcPts val="600"/>
              </a:spcBef>
              <a:spcAft>
                <a:spcPts val="0"/>
              </a:spcAft>
              <a:buSzPts val="1100"/>
              <a:buFont typeface="Archivo Light"/>
              <a:buNone/>
              <a:defRPr sz="1100"/>
            </a:lvl3pPr>
            <a:lvl4pPr indent="-228600" lvl="3" marL="1828800" algn="l">
              <a:spcBef>
                <a:spcPts val="600"/>
              </a:spcBef>
              <a:spcAft>
                <a:spcPts val="0"/>
              </a:spcAft>
              <a:buSzPts val="1100"/>
              <a:buFont typeface="Arial"/>
              <a:buNone/>
              <a:defRPr sz="1100"/>
            </a:lvl4pPr>
            <a:lvl5pPr indent="-228600" lvl="4" marL="2286000" algn="l">
              <a:spcBef>
                <a:spcPts val="220"/>
              </a:spcBef>
              <a:spcAft>
                <a:spcPts val="0"/>
              </a:spcAft>
              <a:buSzPts val="1100"/>
              <a:buFont typeface="Arial"/>
              <a:buNone/>
              <a:defRPr sz="11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12" name="Google Shape;212;p37"/>
          <p:cNvSpPr txBox="1"/>
          <p:nvPr>
            <p:ph idx="11" type="ftr"/>
          </p:nvPr>
        </p:nvSpPr>
        <p:spPr>
          <a:xfrm>
            <a:off x="27432" y="4818888"/>
            <a:ext cx="3086100" cy="274637"/>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800">
                <a:solidFill>
                  <a:srgbClr val="7D8B99"/>
                </a:solidFill>
                <a:latin typeface="Archivo"/>
                <a:ea typeface="Archivo"/>
                <a:cs typeface="Archivo"/>
                <a:sym typeface="Archivo"/>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13" name="Google Shape;213;p37"/>
          <p:cNvSpPr txBox="1"/>
          <p:nvPr>
            <p:ph idx="7" type="body"/>
          </p:nvPr>
        </p:nvSpPr>
        <p:spPr>
          <a:xfrm>
            <a:off x="1651026" y="3924139"/>
            <a:ext cx="2386584" cy="261610"/>
          </a:xfrm>
          <a:prstGeom prst="rect">
            <a:avLst/>
          </a:prstGeom>
          <a:noFill/>
          <a:ln>
            <a:noFill/>
          </a:ln>
        </p:spPr>
        <p:txBody>
          <a:bodyPr anchorCtr="0" anchor="t" bIns="45700" lIns="91425" spcFirstLastPara="1" rIns="91425" wrap="square" tIns="45700">
            <a:spAutoFit/>
          </a:bodyPr>
          <a:lstStyle>
            <a:lvl1pPr indent="-228600" lvl="0" marL="457200" algn="ctr">
              <a:lnSpc>
                <a:spcPct val="100000"/>
              </a:lnSpc>
              <a:spcBef>
                <a:spcPts val="600"/>
              </a:spcBef>
              <a:spcAft>
                <a:spcPts val="0"/>
              </a:spcAft>
              <a:buSzPts val="1100"/>
              <a:buNone/>
              <a:defRPr sz="1100">
                <a:solidFill>
                  <a:schemeClr val="dk2"/>
                </a:solidFill>
              </a:defRPr>
            </a:lvl1pPr>
            <a:lvl2pPr indent="-228600" lvl="1" marL="914400" algn="l">
              <a:lnSpc>
                <a:spcPct val="100000"/>
              </a:lnSpc>
              <a:spcBef>
                <a:spcPts val="600"/>
              </a:spcBef>
              <a:spcAft>
                <a:spcPts val="0"/>
              </a:spcAft>
              <a:buSzPts val="1800"/>
              <a:buNone/>
              <a:defRPr/>
            </a:lvl2pPr>
            <a:lvl3pPr indent="-228600" lvl="2" marL="1371600" algn="l">
              <a:lnSpc>
                <a:spcPct val="100000"/>
              </a:lnSpc>
              <a:spcBef>
                <a:spcPts val="600"/>
              </a:spcBef>
              <a:spcAft>
                <a:spcPts val="0"/>
              </a:spcAft>
              <a:buSzPts val="1800"/>
              <a:buNone/>
              <a:defRPr/>
            </a:lvl3pPr>
            <a:lvl4pPr indent="-342900" lvl="3" marL="1828800" algn="l">
              <a:spcBef>
                <a:spcPts val="60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14" name="Google Shape;214;p37"/>
          <p:cNvSpPr txBox="1"/>
          <p:nvPr>
            <p:ph idx="8" type="body"/>
          </p:nvPr>
        </p:nvSpPr>
        <p:spPr>
          <a:xfrm>
            <a:off x="5107691" y="3924139"/>
            <a:ext cx="2386584" cy="261610"/>
          </a:xfrm>
          <a:prstGeom prst="rect">
            <a:avLst/>
          </a:prstGeom>
          <a:noFill/>
          <a:ln>
            <a:noFill/>
          </a:ln>
        </p:spPr>
        <p:txBody>
          <a:bodyPr anchorCtr="0" anchor="t" bIns="45700" lIns="91425" spcFirstLastPara="1" rIns="91425" wrap="square" tIns="45700">
            <a:spAutoFit/>
          </a:bodyPr>
          <a:lstStyle>
            <a:lvl1pPr indent="-228600" lvl="0" marL="457200" algn="ctr">
              <a:lnSpc>
                <a:spcPct val="100000"/>
              </a:lnSpc>
              <a:spcBef>
                <a:spcPts val="600"/>
              </a:spcBef>
              <a:spcAft>
                <a:spcPts val="0"/>
              </a:spcAft>
              <a:buSzPts val="1100"/>
              <a:buNone/>
              <a:defRPr sz="1100">
                <a:solidFill>
                  <a:schemeClr val="dk2"/>
                </a:solidFill>
              </a:defRPr>
            </a:lvl1pPr>
            <a:lvl2pPr indent="-228600" lvl="1" marL="914400" algn="l">
              <a:lnSpc>
                <a:spcPct val="100000"/>
              </a:lnSpc>
              <a:spcBef>
                <a:spcPts val="600"/>
              </a:spcBef>
              <a:spcAft>
                <a:spcPts val="0"/>
              </a:spcAft>
              <a:buSzPts val="1800"/>
              <a:buNone/>
              <a:defRPr/>
            </a:lvl2pPr>
            <a:lvl3pPr indent="-228600" lvl="2" marL="1371600" algn="l">
              <a:lnSpc>
                <a:spcPct val="100000"/>
              </a:lnSpc>
              <a:spcBef>
                <a:spcPts val="600"/>
              </a:spcBef>
              <a:spcAft>
                <a:spcPts val="0"/>
              </a:spcAft>
              <a:buSzPts val="1800"/>
              <a:buNone/>
              <a:defRPr/>
            </a:lvl3pPr>
            <a:lvl4pPr indent="-342900" lvl="3" marL="1828800" algn="l">
              <a:spcBef>
                <a:spcPts val="60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_Three">
  <p:cSld name="Intro_Three">
    <p:spTree>
      <p:nvGrpSpPr>
        <p:cNvPr id="215" name="Shape 215"/>
        <p:cNvGrpSpPr/>
        <p:nvPr/>
      </p:nvGrpSpPr>
      <p:grpSpPr>
        <a:xfrm>
          <a:off x="0" y="0"/>
          <a:ext cx="0" cy="0"/>
          <a:chOff x="0" y="0"/>
          <a:chExt cx="0" cy="0"/>
        </a:xfrm>
      </p:grpSpPr>
      <p:pic>
        <p:nvPicPr>
          <p:cNvPr id="216" name="Google Shape;216;p38"/>
          <p:cNvPicPr preferRelativeResize="0"/>
          <p:nvPr/>
        </p:nvPicPr>
        <p:blipFill rotWithShape="1">
          <a:blip r:embed="rId2">
            <a:alphaModFix/>
          </a:blip>
          <a:srcRect b="18082" l="0" r="18630" t="0"/>
          <a:stretch/>
        </p:blipFill>
        <p:spPr>
          <a:xfrm>
            <a:off x="0" y="0"/>
            <a:ext cx="9144000" cy="5143500"/>
          </a:xfrm>
          <a:prstGeom prst="rect">
            <a:avLst/>
          </a:prstGeom>
          <a:noFill/>
          <a:ln>
            <a:noFill/>
          </a:ln>
        </p:spPr>
      </p:pic>
      <p:sp>
        <p:nvSpPr>
          <p:cNvPr id="217" name="Google Shape;217;p38"/>
          <p:cNvSpPr/>
          <p:nvPr>
            <p:ph idx="2" type="pic"/>
          </p:nvPr>
        </p:nvSpPr>
        <p:spPr>
          <a:xfrm>
            <a:off x="925128" y="1260376"/>
            <a:ext cx="1830123" cy="1828800"/>
          </a:xfrm>
          <a:prstGeom prst="roundRect">
            <a:avLst>
              <a:gd fmla="val 2520" name="adj"/>
            </a:avLst>
          </a:prstGeom>
          <a:solidFill>
            <a:srgbClr val="7D8B99"/>
          </a:solidFill>
          <a:ln cap="flat" cmpd="sng" w="19050">
            <a:solidFill>
              <a:schemeClr val="lt1"/>
            </a:solidFill>
            <a:prstDash val="solid"/>
            <a:round/>
            <a:headEnd len="sm" w="sm" type="none"/>
            <a:tailEnd len="sm" w="sm" type="none"/>
          </a:ln>
        </p:spPr>
      </p:sp>
      <p:sp>
        <p:nvSpPr>
          <p:cNvPr id="218" name="Google Shape;218;p38"/>
          <p:cNvSpPr/>
          <p:nvPr>
            <p:ph idx="3" type="pic"/>
          </p:nvPr>
        </p:nvSpPr>
        <p:spPr>
          <a:xfrm>
            <a:off x="6463571" y="1260376"/>
            <a:ext cx="1830123" cy="1828800"/>
          </a:xfrm>
          <a:prstGeom prst="roundRect">
            <a:avLst>
              <a:gd fmla="val 2520" name="adj"/>
            </a:avLst>
          </a:prstGeom>
          <a:solidFill>
            <a:srgbClr val="7D8B99"/>
          </a:solidFill>
          <a:ln cap="flat" cmpd="sng" w="19050">
            <a:solidFill>
              <a:schemeClr val="lt1"/>
            </a:solidFill>
            <a:prstDash val="solid"/>
            <a:round/>
            <a:headEnd len="sm" w="sm" type="none"/>
            <a:tailEnd len="sm" w="sm" type="none"/>
          </a:ln>
        </p:spPr>
      </p:sp>
      <p:sp>
        <p:nvSpPr>
          <p:cNvPr id="219" name="Google Shape;219;p38"/>
          <p:cNvSpPr/>
          <p:nvPr>
            <p:ph idx="4" type="pic"/>
          </p:nvPr>
        </p:nvSpPr>
        <p:spPr>
          <a:xfrm>
            <a:off x="3651457" y="1260376"/>
            <a:ext cx="1830123" cy="1828800"/>
          </a:xfrm>
          <a:prstGeom prst="roundRect">
            <a:avLst>
              <a:gd fmla="val 2520" name="adj"/>
            </a:avLst>
          </a:prstGeom>
          <a:solidFill>
            <a:srgbClr val="7D8B99"/>
          </a:solidFill>
          <a:ln cap="flat" cmpd="sng" w="19050">
            <a:solidFill>
              <a:schemeClr val="lt1"/>
            </a:solidFill>
            <a:prstDash val="solid"/>
            <a:round/>
            <a:headEnd len="sm" w="sm" type="none"/>
            <a:tailEnd len="sm" w="sm" type="none"/>
          </a:ln>
        </p:spPr>
      </p:sp>
      <p:sp>
        <p:nvSpPr>
          <p:cNvPr id="220" name="Google Shape;220;p38"/>
          <p:cNvSpPr txBox="1"/>
          <p:nvPr>
            <p:ph idx="11" type="ftr"/>
          </p:nvPr>
        </p:nvSpPr>
        <p:spPr>
          <a:xfrm>
            <a:off x="27432" y="4818888"/>
            <a:ext cx="2205318" cy="274637"/>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800">
                <a:solidFill>
                  <a:srgbClr val="888C9E"/>
                </a:solidFill>
                <a:latin typeface="Archivo"/>
                <a:ea typeface="Archivo"/>
                <a:cs typeface="Archivo"/>
                <a:sym typeface="Archivo"/>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21" name="Google Shape;221;p38"/>
          <p:cNvSpPr txBox="1"/>
          <p:nvPr>
            <p:ph idx="1" type="body"/>
          </p:nvPr>
        </p:nvSpPr>
        <p:spPr>
          <a:xfrm>
            <a:off x="469447" y="3218207"/>
            <a:ext cx="2743200" cy="338554"/>
          </a:xfrm>
          <a:prstGeom prst="rect">
            <a:avLst/>
          </a:prstGeom>
          <a:noFill/>
          <a:ln>
            <a:noFill/>
          </a:ln>
        </p:spPr>
        <p:txBody>
          <a:bodyPr anchorCtr="0" anchor="b" bIns="45700" lIns="91425" spcFirstLastPara="1" rIns="91425" wrap="square" tIns="45700">
            <a:spAutoFit/>
          </a:bodyPr>
          <a:lstStyle>
            <a:lvl1pPr indent="-228600" lvl="0" marL="457200" algn="ctr">
              <a:lnSpc>
                <a:spcPct val="100000"/>
              </a:lnSpc>
              <a:spcBef>
                <a:spcPts val="0"/>
              </a:spcBef>
              <a:spcAft>
                <a:spcPts val="0"/>
              </a:spcAft>
              <a:buSzPts val="1600"/>
              <a:buFont typeface="Archivo"/>
              <a:buNone/>
              <a:defRPr b="1" i="0" sz="1600">
                <a:solidFill>
                  <a:schemeClr val="dk1"/>
                </a:solidFill>
                <a:latin typeface="Archivo"/>
                <a:ea typeface="Archivo"/>
                <a:cs typeface="Archivo"/>
                <a:sym typeface="Archivo"/>
              </a:defRPr>
            </a:lvl1pPr>
            <a:lvl2pPr indent="-228600" lvl="1" marL="914400" algn="l">
              <a:lnSpc>
                <a:spcPct val="100000"/>
              </a:lnSpc>
              <a:spcBef>
                <a:spcPts val="600"/>
              </a:spcBef>
              <a:spcAft>
                <a:spcPts val="0"/>
              </a:spcAft>
              <a:buSzPts val="1100"/>
              <a:buFont typeface="Archivo Light"/>
              <a:buNone/>
              <a:defRPr sz="1100"/>
            </a:lvl2pPr>
            <a:lvl3pPr indent="-228600" lvl="2" marL="1371600" algn="l">
              <a:lnSpc>
                <a:spcPct val="100000"/>
              </a:lnSpc>
              <a:spcBef>
                <a:spcPts val="600"/>
              </a:spcBef>
              <a:spcAft>
                <a:spcPts val="0"/>
              </a:spcAft>
              <a:buSzPts val="1100"/>
              <a:buFont typeface="Archivo Light"/>
              <a:buNone/>
              <a:defRPr sz="1100"/>
            </a:lvl3pPr>
            <a:lvl4pPr indent="-228600" lvl="3" marL="1828800" algn="l">
              <a:spcBef>
                <a:spcPts val="600"/>
              </a:spcBef>
              <a:spcAft>
                <a:spcPts val="0"/>
              </a:spcAft>
              <a:buSzPts val="1100"/>
              <a:buFont typeface="Arial"/>
              <a:buNone/>
              <a:defRPr sz="1100"/>
            </a:lvl4pPr>
            <a:lvl5pPr indent="-228600" lvl="4" marL="2286000" algn="l">
              <a:spcBef>
                <a:spcPts val="220"/>
              </a:spcBef>
              <a:spcAft>
                <a:spcPts val="0"/>
              </a:spcAft>
              <a:buSzPts val="1100"/>
              <a:buFont typeface="Arial"/>
              <a:buNone/>
              <a:defRPr sz="11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22" name="Google Shape;222;p38"/>
          <p:cNvSpPr txBox="1"/>
          <p:nvPr>
            <p:ph idx="5" type="body"/>
          </p:nvPr>
        </p:nvSpPr>
        <p:spPr>
          <a:xfrm>
            <a:off x="469447" y="3506871"/>
            <a:ext cx="2743200" cy="276999"/>
          </a:xfrm>
          <a:prstGeom prst="rect">
            <a:avLst/>
          </a:prstGeom>
          <a:noFill/>
          <a:ln>
            <a:noFill/>
          </a:ln>
        </p:spPr>
        <p:txBody>
          <a:bodyPr anchorCtr="0" anchor="t" bIns="45700" lIns="91425" spcFirstLastPara="1" rIns="91425" wrap="square" tIns="45700">
            <a:spAutoFit/>
          </a:bodyPr>
          <a:lstStyle>
            <a:lvl1pPr indent="-228600" lvl="0" marL="457200" algn="ctr">
              <a:lnSpc>
                <a:spcPct val="100000"/>
              </a:lnSpc>
              <a:spcBef>
                <a:spcPts val="0"/>
              </a:spcBef>
              <a:spcAft>
                <a:spcPts val="0"/>
              </a:spcAft>
              <a:buSzPts val="1200"/>
              <a:buFont typeface="Archivo Light"/>
              <a:buNone/>
              <a:defRPr sz="1200">
                <a:solidFill>
                  <a:schemeClr val="dk1"/>
                </a:solidFill>
              </a:defRPr>
            </a:lvl1pPr>
            <a:lvl2pPr indent="-228600" lvl="1" marL="914400" algn="l">
              <a:lnSpc>
                <a:spcPct val="100000"/>
              </a:lnSpc>
              <a:spcBef>
                <a:spcPts val="600"/>
              </a:spcBef>
              <a:spcAft>
                <a:spcPts val="0"/>
              </a:spcAft>
              <a:buSzPts val="1100"/>
              <a:buFont typeface="Archivo Light"/>
              <a:buNone/>
              <a:defRPr sz="1100"/>
            </a:lvl2pPr>
            <a:lvl3pPr indent="-228600" lvl="2" marL="1371600" algn="l">
              <a:lnSpc>
                <a:spcPct val="100000"/>
              </a:lnSpc>
              <a:spcBef>
                <a:spcPts val="600"/>
              </a:spcBef>
              <a:spcAft>
                <a:spcPts val="0"/>
              </a:spcAft>
              <a:buSzPts val="1100"/>
              <a:buFont typeface="Archivo Light"/>
              <a:buNone/>
              <a:defRPr sz="1100"/>
            </a:lvl3pPr>
            <a:lvl4pPr indent="-228600" lvl="3" marL="1828800" algn="l">
              <a:spcBef>
                <a:spcPts val="600"/>
              </a:spcBef>
              <a:spcAft>
                <a:spcPts val="0"/>
              </a:spcAft>
              <a:buSzPts val="1100"/>
              <a:buFont typeface="Arial"/>
              <a:buNone/>
              <a:defRPr sz="1100"/>
            </a:lvl4pPr>
            <a:lvl5pPr indent="-228600" lvl="4" marL="2286000" algn="l">
              <a:spcBef>
                <a:spcPts val="220"/>
              </a:spcBef>
              <a:spcAft>
                <a:spcPts val="0"/>
              </a:spcAft>
              <a:buSzPts val="1100"/>
              <a:buFont typeface="Arial"/>
              <a:buNone/>
              <a:defRPr sz="11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23" name="Google Shape;223;p38"/>
          <p:cNvSpPr txBox="1"/>
          <p:nvPr>
            <p:ph idx="6" type="body"/>
          </p:nvPr>
        </p:nvSpPr>
        <p:spPr>
          <a:xfrm>
            <a:off x="469447" y="3812884"/>
            <a:ext cx="2743200" cy="261610"/>
          </a:xfrm>
          <a:prstGeom prst="rect">
            <a:avLst/>
          </a:prstGeom>
          <a:noFill/>
          <a:ln>
            <a:noFill/>
          </a:ln>
        </p:spPr>
        <p:txBody>
          <a:bodyPr anchorCtr="0" anchor="t" bIns="45700" lIns="91425" spcFirstLastPara="1" rIns="91425" wrap="square" tIns="45700">
            <a:spAutoFit/>
          </a:bodyPr>
          <a:lstStyle>
            <a:lvl1pPr indent="-228600" lvl="0" marL="457200" algn="ctr">
              <a:lnSpc>
                <a:spcPct val="100000"/>
              </a:lnSpc>
              <a:spcBef>
                <a:spcPts val="0"/>
              </a:spcBef>
              <a:spcAft>
                <a:spcPts val="0"/>
              </a:spcAft>
              <a:buSzPts val="1100"/>
              <a:buFont typeface="Archivo Light"/>
              <a:buNone/>
              <a:defRPr sz="1100">
                <a:solidFill>
                  <a:schemeClr val="dk2"/>
                </a:solidFill>
              </a:defRPr>
            </a:lvl1pPr>
            <a:lvl2pPr indent="-228600" lvl="1" marL="914400" algn="l">
              <a:lnSpc>
                <a:spcPct val="100000"/>
              </a:lnSpc>
              <a:spcBef>
                <a:spcPts val="600"/>
              </a:spcBef>
              <a:spcAft>
                <a:spcPts val="0"/>
              </a:spcAft>
              <a:buSzPts val="1100"/>
              <a:buFont typeface="Archivo Light"/>
              <a:buNone/>
              <a:defRPr sz="1100"/>
            </a:lvl2pPr>
            <a:lvl3pPr indent="-228600" lvl="2" marL="1371600" algn="l">
              <a:lnSpc>
                <a:spcPct val="100000"/>
              </a:lnSpc>
              <a:spcBef>
                <a:spcPts val="600"/>
              </a:spcBef>
              <a:spcAft>
                <a:spcPts val="0"/>
              </a:spcAft>
              <a:buSzPts val="1100"/>
              <a:buFont typeface="Archivo Light"/>
              <a:buNone/>
              <a:defRPr sz="1100"/>
            </a:lvl3pPr>
            <a:lvl4pPr indent="-228600" lvl="3" marL="1828800" algn="l">
              <a:spcBef>
                <a:spcPts val="600"/>
              </a:spcBef>
              <a:spcAft>
                <a:spcPts val="0"/>
              </a:spcAft>
              <a:buSzPts val="1100"/>
              <a:buFont typeface="Arial"/>
              <a:buNone/>
              <a:defRPr sz="1100"/>
            </a:lvl4pPr>
            <a:lvl5pPr indent="-228600" lvl="4" marL="2286000" algn="l">
              <a:spcBef>
                <a:spcPts val="220"/>
              </a:spcBef>
              <a:spcAft>
                <a:spcPts val="0"/>
              </a:spcAft>
              <a:buSzPts val="1100"/>
              <a:buFont typeface="Arial"/>
              <a:buNone/>
              <a:defRPr sz="11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24" name="Google Shape;224;p38"/>
          <p:cNvSpPr txBox="1"/>
          <p:nvPr>
            <p:ph idx="7" type="body"/>
          </p:nvPr>
        </p:nvSpPr>
        <p:spPr>
          <a:xfrm>
            <a:off x="3194919" y="3218207"/>
            <a:ext cx="2743200" cy="338554"/>
          </a:xfrm>
          <a:prstGeom prst="rect">
            <a:avLst/>
          </a:prstGeom>
          <a:noFill/>
          <a:ln>
            <a:noFill/>
          </a:ln>
        </p:spPr>
        <p:txBody>
          <a:bodyPr anchorCtr="0" anchor="b" bIns="45700" lIns="91425" spcFirstLastPara="1" rIns="91425" wrap="square" tIns="45700">
            <a:spAutoFit/>
          </a:bodyPr>
          <a:lstStyle>
            <a:lvl1pPr indent="-228600" lvl="0" marL="457200" algn="ctr">
              <a:lnSpc>
                <a:spcPct val="100000"/>
              </a:lnSpc>
              <a:spcBef>
                <a:spcPts val="0"/>
              </a:spcBef>
              <a:spcAft>
                <a:spcPts val="0"/>
              </a:spcAft>
              <a:buSzPts val="1600"/>
              <a:buFont typeface="Archivo"/>
              <a:buNone/>
              <a:defRPr b="1" i="0" sz="1600">
                <a:solidFill>
                  <a:schemeClr val="dk1"/>
                </a:solidFill>
                <a:latin typeface="Archivo"/>
                <a:ea typeface="Archivo"/>
                <a:cs typeface="Archivo"/>
                <a:sym typeface="Archivo"/>
              </a:defRPr>
            </a:lvl1pPr>
            <a:lvl2pPr indent="-228600" lvl="1" marL="914400" algn="l">
              <a:lnSpc>
                <a:spcPct val="100000"/>
              </a:lnSpc>
              <a:spcBef>
                <a:spcPts val="600"/>
              </a:spcBef>
              <a:spcAft>
                <a:spcPts val="0"/>
              </a:spcAft>
              <a:buSzPts val="1100"/>
              <a:buFont typeface="Archivo Light"/>
              <a:buNone/>
              <a:defRPr sz="1100"/>
            </a:lvl2pPr>
            <a:lvl3pPr indent="-228600" lvl="2" marL="1371600" algn="l">
              <a:lnSpc>
                <a:spcPct val="100000"/>
              </a:lnSpc>
              <a:spcBef>
                <a:spcPts val="600"/>
              </a:spcBef>
              <a:spcAft>
                <a:spcPts val="0"/>
              </a:spcAft>
              <a:buSzPts val="1100"/>
              <a:buFont typeface="Archivo Light"/>
              <a:buNone/>
              <a:defRPr sz="1100"/>
            </a:lvl3pPr>
            <a:lvl4pPr indent="-228600" lvl="3" marL="1828800" algn="l">
              <a:spcBef>
                <a:spcPts val="600"/>
              </a:spcBef>
              <a:spcAft>
                <a:spcPts val="0"/>
              </a:spcAft>
              <a:buSzPts val="1100"/>
              <a:buFont typeface="Arial"/>
              <a:buNone/>
              <a:defRPr sz="1100"/>
            </a:lvl4pPr>
            <a:lvl5pPr indent="-228600" lvl="4" marL="2286000" algn="l">
              <a:spcBef>
                <a:spcPts val="220"/>
              </a:spcBef>
              <a:spcAft>
                <a:spcPts val="0"/>
              </a:spcAft>
              <a:buSzPts val="1100"/>
              <a:buFont typeface="Arial"/>
              <a:buNone/>
              <a:defRPr sz="11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25" name="Google Shape;225;p38"/>
          <p:cNvSpPr txBox="1"/>
          <p:nvPr>
            <p:ph idx="8" type="body"/>
          </p:nvPr>
        </p:nvSpPr>
        <p:spPr>
          <a:xfrm>
            <a:off x="3194919" y="3506871"/>
            <a:ext cx="2743200" cy="276999"/>
          </a:xfrm>
          <a:prstGeom prst="rect">
            <a:avLst/>
          </a:prstGeom>
          <a:noFill/>
          <a:ln>
            <a:noFill/>
          </a:ln>
        </p:spPr>
        <p:txBody>
          <a:bodyPr anchorCtr="0" anchor="t" bIns="45700" lIns="91425" spcFirstLastPara="1" rIns="91425" wrap="square" tIns="45700">
            <a:spAutoFit/>
          </a:bodyPr>
          <a:lstStyle>
            <a:lvl1pPr indent="-228600" lvl="0" marL="457200" algn="ctr">
              <a:lnSpc>
                <a:spcPct val="100000"/>
              </a:lnSpc>
              <a:spcBef>
                <a:spcPts val="0"/>
              </a:spcBef>
              <a:spcAft>
                <a:spcPts val="0"/>
              </a:spcAft>
              <a:buSzPts val="1200"/>
              <a:buFont typeface="Archivo Light"/>
              <a:buNone/>
              <a:defRPr sz="1200">
                <a:solidFill>
                  <a:schemeClr val="dk1"/>
                </a:solidFill>
              </a:defRPr>
            </a:lvl1pPr>
            <a:lvl2pPr indent="-228600" lvl="1" marL="914400" algn="l">
              <a:lnSpc>
                <a:spcPct val="100000"/>
              </a:lnSpc>
              <a:spcBef>
                <a:spcPts val="600"/>
              </a:spcBef>
              <a:spcAft>
                <a:spcPts val="0"/>
              </a:spcAft>
              <a:buSzPts val="1100"/>
              <a:buFont typeface="Archivo Light"/>
              <a:buNone/>
              <a:defRPr sz="1100"/>
            </a:lvl2pPr>
            <a:lvl3pPr indent="-228600" lvl="2" marL="1371600" algn="l">
              <a:lnSpc>
                <a:spcPct val="100000"/>
              </a:lnSpc>
              <a:spcBef>
                <a:spcPts val="600"/>
              </a:spcBef>
              <a:spcAft>
                <a:spcPts val="0"/>
              </a:spcAft>
              <a:buSzPts val="1100"/>
              <a:buFont typeface="Archivo Light"/>
              <a:buNone/>
              <a:defRPr sz="1100"/>
            </a:lvl3pPr>
            <a:lvl4pPr indent="-228600" lvl="3" marL="1828800" algn="l">
              <a:spcBef>
                <a:spcPts val="600"/>
              </a:spcBef>
              <a:spcAft>
                <a:spcPts val="0"/>
              </a:spcAft>
              <a:buSzPts val="1100"/>
              <a:buFont typeface="Arial"/>
              <a:buNone/>
              <a:defRPr sz="1100"/>
            </a:lvl4pPr>
            <a:lvl5pPr indent="-228600" lvl="4" marL="2286000" algn="l">
              <a:spcBef>
                <a:spcPts val="220"/>
              </a:spcBef>
              <a:spcAft>
                <a:spcPts val="0"/>
              </a:spcAft>
              <a:buSzPts val="1100"/>
              <a:buFont typeface="Arial"/>
              <a:buNone/>
              <a:defRPr sz="11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26" name="Google Shape;226;p38"/>
          <p:cNvSpPr txBox="1"/>
          <p:nvPr>
            <p:ph idx="9" type="body"/>
          </p:nvPr>
        </p:nvSpPr>
        <p:spPr>
          <a:xfrm>
            <a:off x="3194919" y="3812884"/>
            <a:ext cx="2743200" cy="261610"/>
          </a:xfrm>
          <a:prstGeom prst="rect">
            <a:avLst/>
          </a:prstGeom>
          <a:noFill/>
          <a:ln>
            <a:noFill/>
          </a:ln>
        </p:spPr>
        <p:txBody>
          <a:bodyPr anchorCtr="0" anchor="t" bIns="45700" lIns="91425" spcFirstLastPara="1" rIns="91425" wrap="square" tIns="45700">
            <a:spAutoFit/>
          </a:bodyPr>
          <a:lstStyle>
            <a:lvl1pPr indent="-228600" lvl="0" marL="457200" algn="ctr">
              <a:lnSpc>
                <a:spcPct val="100000"/>
              </a:lnSpc>
              <a:spcBef>
                <a:spcPts val="0"/>
              </a:spcBef>
              <a:spcAft>
                <a:spcPts val="0"/>
              </a:spcAft>
              <a:buSzPts val="1100"/>
              <a:buFont typeface="Archivo Light"/>
              <a:buNone/>
              <a:defRPr sz="1100">
                <a:solidFill>
                  <a:schemeClr val="dk2"/>
                </a:solidFill>
              </a:defRPr>
            </a:lvl1pPr>
            <a:lvl2pPr indent="-228600" lvl="1" marL="914400" algn="l">
              <a:lnSpc>
                <a:spcPct val="100000"/>
              </a:lnSpc>
              <a:spcBef>
                <a:spcPts val="600"/>
              </a:spcBef>
              <a:spcAft>
                <a:spcPts val="0"/>
              </a:spcAft>
              <a:buSzPts val="1100"/>
              <a:buFont typeface="Archivo Light"/>
              <a:buNone/>
              <a:defRPr sz="1100"/>
            </a:lvl2pPr>
            <a:lvl3pPr indent="-228600" lvl="2" marL="1371600" algn="l">
              <a:lnSpc>
                <a:spcPct val="100000"/>
              </a:lnSpc>
              <a:spcBef>
                <a:spcPts val="600"/>
              </a:spcBef>
              <a:spcAft>
                <a:spcPts val="0"/>
              </a:spcAft>
              <a:buSzPts val="1100"/>
              <a:buFont typeface="Archivo Light"/>
              <a:buNone/>
              <a:defRPr sz="1100"/>
            </a:lvl3pPr>
            <a:lvl4pPr indent="-228600" lvl="3" marL="1828800" algn="l">
              <a:spcBef>
                <a:spcPts val="600"/>
              </a:spcBef>
              <a:spcAft>
                <a:spcPts val="0"/>
              </a:spcAft>
              <a:buSzPts val="1100"/>
              <a:buFont typeface="Arial"/>
              <a:buNone/>
              <a:defRPr sz="1100"/>
            </a:lvl4pPr>
            <a:lvl5pPr indent="-228600" lvl="4" marL="2286000" algn="l">
              <a:spcBef>
                <a:spcPts val="220"/>
              </a:spcBef>
              <a:spcAft>
                <a:spcPts val="0"/>
              </a:spcAft>
              <a:buSzPts val="1100"/>
              <a:buFont typeface="Arial"/>
              <a:buNone/>
              <a:defRPr sz="11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27" name="Google Shape;227;p38"/>
          <p:cNvSpPr txBox="1"/>
          <p:nvPr>
            <p:ph idx="13" type="body"/>
          </p:nvPr>
        </p:nvSpPr>
        <p:spPr>
          <a:xfrm>
            <a:off x="6007033" y="3218207"/>
            <a:ext cx="2743200" cy="338554"/>
          </a:xfrm>
          <a:prstGeom prst="rect">
            <a:avLst/>
          </a:prstGeom>
          <a:noFill/>
          <a:ln>
            <a:noFill/>
          </a:ln>
        </p:spPr>
        <p:txBody>
          <a:bodyPr anchorCtr="0" anchor="b" bIns="45700" lIns="91425" spcFirstLastPara="1" rIns="91425" wrap="square" tIns="45700">
            <a:spAutoFit/>
          </a:bodyPr>
          <a:lstStyle>
            <a:lvl1pPr indent="-228600" lvl="0" marL="457200" algn="ctr">
              <a:lnSpc>
                <a:spcPct val="100000"/>
              </a:lnSpc>
              <a:spcBef>
                <a:spcPts val="0"/>
              </a:spcBef>
              <a:spcAft>
                <a:spcPts val="0"/>
              </a:spcAft>
              <a:buSzPts val="1600"/>
              <a:buFont typeface="Archivo"/>
              <a:buNone/>
              <a:defRPr b="1" i="0" sz="1600">
                <a:solidFill>
                  <a:schemeClr val="dk1"/>
                </a:solidFill>
                <a:latin typeface="Archivo"/>
                <a:ea typeface="Archivo"/>
                <a:cs typeface="Archivo"/>
                <a:sym typeface="Archivo"/>
              </a:defRPr>
            </a:lvl1pPr>
            <a:lvl2pPr indent="-228600" lvl="1" marL="914400" algn="l">
              <a:lnSpc>
                <a:spcPct val="100000"/>
              </a:lnSpc>
              <a:spcBef>
                <a:spcPts val="600"/>
              </a:spcBef>
              <a:spcAft>
                <a:spcPts val="0"/>
              </a:spcAft>
              <a:buSzPts val="1100"/>
              <a:buFont typeface="Archivo Light"/>
              <a:buNone/>
              <a:defRPr sz="1100"/>
            </a:lvl2pPr>
            <a:lvl3pPr indent="-228600" lvl="2" marL="1371600" algn="l">
              <a:lnSpc>
                <a:spcPct val="100000"/>
              </a:lnSpc>
              <a:spcBef>
                <a:spcPts val="600"/>
              </a:spcBef>
              <a:spcAft>
                <a:spcPts val="0"/>
              </a:spcAft>
              <a:buSzPts val="1100"/>
              <a:buFont typeface="Archivo Light"/>
              <a:buNone/>
              <a:defRPr sz="1100"/>
            </a:lvl3pPr>
            <a:lvl4pPr indent="-228600" lvl="3" marL="1828800" algn="l">
              <a:spcBef>
                <a:spcPts val="600"/>
              </a:spcBef>
              <a:spcAft>
                <a:spcPts val="0"/>
              </a:spcAft>
              <a:buSzPts val="1100"/>
              <a:buFont typeface="Arial"/>
              <a:buNone/>
              <a:defRPr sz="1100"/>
            </a:lvl4pPr>
            <a:lvl5pPr indent="-228600" lvl="4" marL="2286000" algn="l">
              <a:spcBef>
                <a:spcPts val="220"/>
              </a:spcBef>
              <a:spcAft>
                <a:spcPts val="0"/>
              </a:spcAft>
              <a:buSzPts val="1100"/>
              <a:buFont typeface="Arial"/>
              <a:buNone/>
              <a:defRPr sz="11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28" name="Google Shape;228;p38"/>
          <p:cNvSpPr txBox="1"/>
          <p:nvPr>
            <p:ph idx="14" type="body"/>
          </p:nvPr>
        </p:nvSpPr>
        <p:spPr>
          <a:xfrm>
            <a:off x="6007033" y="3506871"/>
            <a:ext cx="2743200" cy="276999"/>
          </a:xfrm>
          <a:prstGeom prst="rect">
            <a:avLst/>
          </a:prstGeom>
          <a:noFill/>
          <a:ln>
            <a:noFill/>
          </a:ln>
        </p:spPr>
        <p:txBody>
          <a:bodyPr anchorCtr="0" anchor="t" bIns="45700" lIns="91425" spcFirstLastPara="1" rIns="91425" wrap="square" tIns="45700">
            <a:spAutoFit/>
          </a:bodyPr>
          <a:lstStyle>
            <a:lvl1pPr indent="-228600" lvl="0" marL="457200" algn="ctr">
              <a:lnSpc>
                <a:spcPct val="100000"/>
              </a:lnSpc>
              <a:spcBef>
                <a:spcPts val="0"/>
              </a:spcBef>
              <a:spcAft>
                <a:spcPts val="0"/>
              </a:spcAft>
              <a:buSzPts val="1200"/>
              <a:buFont typeface="Archivo Light"/>
              <a:buNone/>
              <a:defRPr sz="1200">
                <a:solidFill>
                  <a:schemeClr val="dk1"/>
                </a:solidFill>
              </a:defRPr>
            </a:lvl1pPr>
            <a:lvl2pPr indent="-228600" lvl="1" marL="914400" algn="l">
              <a:lnSpc>
                <a:spcPct val="100000"/>
              </a:lnSpc>
              <a:spcBef>
                <a:spcPts val="600"/>
              </a:spcBef>
              <a:spcAft>
                <a:spcPts val="0"/>
              </a:spcAft>
              <a:buSzPts val="1100"/>
              <a:buFont typeface="Archivo Light"/>
              <a:buNone/>
              <a:defRPr sz="1100"/>
            </a:lvl2pPr>
            <a:lvl3pPr indent="-228600" lvl="2" marL="1371600" algn="l">
              <a:lnSpc>
                <a:spcPct val="100000"/>
              </a:lnSpc>
              <a:spcBef>
                <a:spcPts val="600"/>
              </a:spcBef>
              <a:spcAft>
                <a:spcPts val="0"/>
              </a:spcAft>
              <a:buSzPts val="1100"/>
              <a:buFont typeface="Archivo Light"/>
              <a:buNone/>
              <a:defRPr sz="1100"/>
            </a:lvl3pPr>
            <a:lvl4pPr indent="-228600" lvl="3" marL="1828800" algn="l">
              <a:spcBef>
                <a:spcPts val="600"/>
              </a:spcBef>
              <a:spcAft>
                <a:spcPts val="0"/>
              </a:spcAft>
              <a:buSzPts val="1100"/>
              <a:buFont typeface="Arial"/>
              <a:buNone/>
              <a:defRPr sz="1100"/>
            </a:lvl4pPr>
            <a:lvl5pPr indent="-228600" lvl="4" marL="2286000" algn="l">
              <a:spcBef>
                <a:spcPts val="220"/>
              </a:spcBef>
              <a:spcAft>
                <a:spcPts val="0"/>
              </a:spcAft>
              <a:buSzPts val="1100"/>
              <a:buFont typeface="Arial"/>
              <a:buNone/>
              <a:defRPr sz="11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29" name="Google Shape;229;p38"/>
          <p:cNvSpPr txBox="1"/>
          <p:nvPr>
            <p:ph idx="15" type="body"/>
          </p:nvPr>
        </p:nvSpPr>
        <p:spPr>
          <a:xfrm>
            <a:off x="6007033" y="3812884"/>
            <a:ext cx="2743200" cy="261610"/>
          </a:xfrm>
          <a:prstGeom prst="rect">
            <a:avLst/>
          </a:prstGeom>
          <a:noFill/>
          <a:ln>
            <a:noFill/>
          </a:ln>
        </p:spPr>
        <p:txBody>
          <a:bodyPr anchorCtr="0" anchor="t" bIns="45700" lIns="91425" spcFirstLastPara="1" rIns="91425" wrap="square" tIns="45700">
            <a:spAutoFit/>
          </a:bodyPr>
          <a:lstStyle>
            <a:lvl1pPr indent="-228600" lvl="0" marL="457200" algn="ctr">
              <a:lnSpc>
                <a:spcPct val="100000"/>
              </a:lnSpc>
              <a:spcBef>
                <a:spcPts val="0"/>
              </a:spcBef>
              <a:spcAft>
                <a:spcPts val="0"/>
              </a:spcAft>
              <a:buSzPts val="1100"/>
              <a:buFont typeface="Archivo Light"/>
              <a:buNone/>
              <a:defRPr sz="1100">
                <a:solidFill>
                  <a:schemeClr val="dk2"/>
                </a:solidFill>
              </a:defRPr>
            </a:lvl1pPr>
            <a:lvl2pPr indent="-228600" lvl="1" marL="914400" algn="l">
              <a:lnSpc>
                <a:spcPct val="100000"/>
              </a:lnSpc>
              <a:spcBef>
                <a:spcPts val="600"/>
              </a:spcBef>
              <a:spcAft>
                <a:spcPts val="0"/>
              </a:spcAft>
              <a:buSzPts val="1100"/>
              <a:buFont typeface="Archivo Light"/>
              <a:buNone/>
              <a:defRPr sz="1100"/>
            </a:lvl2pPr>
            <a:lvl3pPr indent="-228600" lvl="2" marL="1371600" algn="l">
              <a:lnSpc>
                <a:spcPct val="100000"/>
              </a:lnSpc>
              <a:spcBef>
                <a:spcPts val="600"/>
              </a:spcBef>
              <a:spcAft>
                <a:spcPts val="0"/>
              </a:spcAft>
              <a:buSzPts val="1100"/>
              <a:buFont typeface="Archivo Light"/>
              <a:buNone/>
              <a:defRPr sz="1100"/>
            </a:lvl3pPr>
            <a:lvl4pPr indent="-228600" lvl="3" marL="1828800" algn="l">
              <a:spcBef>
                <a:spcPts val="600"/>
              </a:spcBef>
              <a:spcAft>
                <a:spcPts val="0"/>
              </a:spcAft>
              <a:buSzPts val="1100"/>
              <a:buFont typeface="Arial"/>
              <a:buNone/>
              <a:defRPr sz="1100"/>
            </a:lvl4pPr>
            <a:lvl5pPr indent="-228600" lvl="4" marL="2286000" algn="l">
              <a:spcBef>
                <a:spcPts val="220"/>
              </a:spcBef>
              <a:spcAft>
                <a:spcPts val="0"/>
              </a:spcAft>
              <a:buSzPts val="1100"/>
              <a:buFont typeface="Arial"/>
              <a:buNone/>
              <a:defRPr sz="11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_Four">
  <p:cSld name="Intro_Four">
    <p:spTree>
      <p:nvGrpSpPr>
        <p:cNvPr id="230" name="Shape 230"/>
        <p:cNvGrpSpPr/>
        <p:nvPr/>
      </p:nvGrpSpPr>
      <p:grpSpPr>
        <a:xfrm>
          <a:off x="0" y="0"/>
          <a:ext cx="0" cy="0"/>
          <a:chOff x="0" y="0"/>
          <a:chExt cx="0" cy="0"/>
        </a:xfrm>
      </p:grpSpPr>
      <p:pic>
        <p:nvPicPr>
          <p:cNvPr id="231" name="Google Shape;231;p39"/>
          <p:cNvPicPr preferRelativeResize="0"/>
          <p:nvPr/>
        </p:nvPicPr>
        <p:blipFill rotWithShape="1">
          <a:blip r:embed="rId2">
            <a:alphaModFix/>
          </a:blip>
          <a:srcRect b="18082" l="0" r="18630" t="0"/>
          <a:stretch/>
        </p:blipFill>
        <p:spPr>
          <a:xfrm>
            <a:off x="-1" y="0"/>
            <a:ext cx="9144001" cy="5143500"/>
          </a:xfrm>
          <a:prstGeom prst="rect">
            <a:avLst/>
          </a:prstGeom>
          <a:noFill/>
          <a:ln>
            <a:noFill/>
          </a:ln>
        </p:spPr>
      </p:pic>
      <p:sp>
        <p:nvSpPr>
          <p:cNvPr id="232" name="Google Shape;232;p39"/>
          <p:cNvSpPr/>
          <p:nvPr>
            <p:ph idx="2" type="pic"/>
          </p:nvPr>
        </p:nvSpPr>
        <p:spPr>
          <a:xfrm>
            <a:off x="659684" y="788803"/>
            <a:ext cx="1509854" cy="1508760"/>
          </a:xfrm>
          <a:prstGeom prst="roundRect">
            <a:avLst>
              <a:gd fmla="val 2878" name="adj"/>
            </a:avLst>
          </a:prstGeom>
          <a:solidFill>
            <a:srgbClr val="7D8B99"/>
          </a:solidFill>
          <a:ln cap="flat" cmpd="sng" w="19050">
            <a:solidFill>
              <a:schemeClr val="lt1"/>
            </a:solidFill>
            <a:prstDash val="solid"/>
            <a:round/>
            <a:headEnd len="sm" w="sm" type="none"/>
            <a:tailEnd len="sm" w="sm" type="none"/>
          </a:ln>
        </p:spPr>
      </p:sp>
      <p:sp>
        <p:nvSpPr>
          <p:cNvPr id="233" name="Google Shape;233;p39"/>
          <p:cNvSpPr/>
          <p:nvPr>
            <p:ph idx="3" type="pic"/>
          </p:nvPr>
        </p:nvSpPr>
        <p:spPr>
          <a:xfrm>
            <a:off x="659395" y="2880110"/>
            <a:ext cx="1509854" cy="1508760"/>
          </a:xfrm>
          <a:prstGeom prst="roundRect">
            <a:avLst>
              <a:gd fmla="val 2878" name="adj"/>
            </a:avLst>
          </a:prstGeom>
          <a:solidFill>
            <a:srgbClr val="7D8B99"/>
          </a:solidFill>
          <a:ln cap="flat" cmpd="sng" w="19050">
            <a:solidFill>
              <a:schemeClr val="lt1"/>
            </a:solidFill>
            <a:prstDash val="solid"/>
            <a:round/>
            <a:headEnd len="sm" w="sm" type="none"/>
            <a:tailEnd len="sm" w="sm" type="none"/>
          </a:ln>
        </p:spPr>
      </p:sp>
      <p:sp>
        <p:nvSpPr>
          <p:cNvPr id="234" name="Google Shape;234;p39"/>
          <p:cNvSpPr/>
          <p:nvPr>
            <p:ph idx="4" type="pic"/>
          </p:nvPr>
        </p:nvSpPr>
        <p:spPr>
          <a:xfrm>
            <a:off x="4609129" y="788803"/>
            <a:ext cx="1509854" cy="1508760"/>
          </a:xfrm>
          <a:prstGeom prst="roundRect">
            <a:avLst>
              <a:gd fmla="val 2878" name="adj"/>
            </a:avLst>
          </a:prstGeom>
          <a:solidFill>
            <a:srgbClr val="7D8B99"/>
          </a:solidFill>
          <a:ln cap="flat" cmpd="sng" w="19050">
            <a:solidFill>
              <a:schemeClr val="lt1"/>
            </a:solidFill>
            <a:prstDash val="solid"/>
            <a:round/>
            <a:headEnd len="sm" w="sm" type="none"/>
            <a:tailEnd len="sm" w="sm" type="none"/>
          </a:ln>
        </p:spPr>
      </p:sp>
      <p:sp>
        <p:nvSpPr>
          <p:cNvPr id="235" name="Google Shape;235;p39"/>
          <p:cNvSpPr txBox="1"/>
          <p:nvPr>
            <p:ph idx="11" type="ftr"/>
          </p:nvPr>
        </p:nvSpPr>
        <p:spPr>
          <a:xfrm>
            <a:off x="27432" y="4818888"/>
            <a:ext cx="2205318" cy="274637"/>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800">
                <a:solidFill>
                  <a:srgbClr val="888C9E"/>
                </a:solidFill>
                <a:latin typeface="Archivo"/>
                <a:ea typeface="Archivo"/>
                <a:cs typeface="Archivo"/>
                <a:sym typeface="Archivo"/>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36" name="Google Shape;236;p39"/>
          <p:cNvSpPr txBox="1"/>
          <p:nvPr>
            <p:ph idx="1" type="body"/>
          </p:nvPr>
        </p:nvSpPr>
        <p:spPr>
          <a:xfrm>
            <a:off x="2249424" y="1106424"/>
            <a:ext cx="2048256" cy="338554"/>
          </a:xfrm>
          <a:prstGeom prst="rect">
            <a:avLst/>
          </a:prstGeom>
          <a:noFill/>
          <a:ln>
            <a:noFill/>
          </a:ln>
        </p:spPr>
        <p:txBody>
          <a:bodyPr anchorCtr="0" anchor="b" bIns="45700" lIns="91425" spcFirstLastPara="1" rIns="91425" wrap="square" tIns="45700">
            <a:spAutoFit/>
          </a:bodyPr>
          <a:lstStyle>
            <a:lvl1pPr indent="-228600" lvl="0" marL="457200" algn="l">
              <a:lnSpc>
                <a:spcPct val="100000"/>
              </a:lnSpc>
              <a:spcBef>
                <a:spcPts val="600"/>
              </a:spcBef>
              <a:spcAft>
                <a:spcPts val="0"/>
              </a:spcAft>
              <a:buSzPts val="1600"/>
              <a:buFont typeface="Archivo"/>
              <a:buNone/>
              <a:defRPr b="1" i="0" sz="1600">
                <a:solidFill>
                  <a:schemeClr val="dk1"/>
                </a:solidFill>
                <a:latin typeface="Archivo"/>
                <a:ea typeface="Archivo"/>
                <a:cs typeface="Archivo"/>
                <a:sym typeface="Archivo"/>
              </a:defRPr>
            </a:lvl1pPr>
            <a:lvl2pPr indent="-228600" lvl="1" marL="914400" algn="l">
              <a:lnSpc>
                <a:spcPct val="100000"/>
              </a:lnSpc>
              <a:spcBef>
                <a:spcPts val="600"/>
              </a:spcBef>
              <a:spcAft>
                <a:spcPts val="0"/>
              </a:spcAft>
              <a:buSzPts val="1100"/>
              <a:buFont typeface="Archivo Light"/>
              <a:buNone/>
              <a:defRPr sz="1100"/>
            </a:lvl2pPr>
            <a:lvl3pPr indent="-228600" lvl="2" marL="1371600" algn="l">
              <a:lnSpc>
                <a:spcPct val="100000"/>
              </a:lnSpc>
              <a:spcBef>
                <a:spcPts val="600"/>
              </a:spcBef>
              <a:spcAft>
                <a:spcPts val="0"/>
              </a:spcAft>
              <a:buSzPts val="1100"/>
              <a:buFont typeface="Archivo Light"/>
              <a:buNone/>
              <a:defRPr sz="1100"/>
            </a:lvl3pPr>
            <a:lvl4pPr indent="-228600" lvl="3" marL="1828800" algn="l">
              <a:spcBef>
                <a:spcPts val="600"/>
              </a:spcBef>
              <a:spcAft>
                <a:spcPts val="0"/>
              </a:spcAft>
              <a:buSzPts val="1100"/>
              <a:buFont typeface="Arial"/>
              <a:buNone/>
              <a:defRPr sz="1100"/>
            </a:lvl4pPr>
            <a:lvl5pPr indent="-228600" lvl="4" marL="2286000" algn="l">
              <a:spcBef>
                <a:spcPts val="220"/>
              </a:spcBef>
              <a:spcAft>
                <a:spcPts val="0"/>
              </a:spcAft>
              <a:buSzPts val="1100"/>
              <a:buFont typeface="Arial"/>
              <a:buNone/>
              <a:defRPr sz="11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37" name="Google Shape;237;p39"/>
          <p:cNvSpPr txBox="1"/>
          <p:nvPr>
            <p:ph idx="5" type="body"/>
          </p:nvPr>
        </p:nvSpPr>
        <p:spPr>
          <a:xfrm>
            <a:off x="2249424" y="1371600"/>
            <a:ext cx="2048256" cy="276999"/>
          </a:xfrm>
          <a:prstGeom prst="rect">
            <a:avLst/>
          </a:prstGeom>
          <a:noFill/>
          <a:ln>
            <a:noFill/>
          </a:ln>
        </p:spPr>
        <p:txBody>
          <a:bodyPr anchorCtr="0" anchor="t" bIns="45700" lIns="91425" spcFirstLastPara="1" rIns="91425" wrap="square" tIns="45700">
            <a:spAutoFit/>
          </a:bodyPr>
          <a:lstStyle>
            <a:lvl1pPr indent="-228600" lvl="0" marL="457200" algn="l">
              <a:lnSpc>
                <a:spcPct val="100000"/>
              </a:lnSpc>
              <a:spcBef>
                <a:spcPts val="600"/>
              </a:spcBef>
              <a:spcAft>
                <a:spcPts val="0"/>
              </a:spcAft>
              <a:buSzPts val="1200"/>
              <a:buFont typeface="Archivo Light"/>
              <a:buNone/>
              <a:defRPr sz="1200">
                <a:solidFill>
                  <a:schemeClr val="dk1"/>
                </a:solidFill>
              </a:defRPr>
            </a:lvl1pPr>
            <a:lvl2pPr indent="-228600" lvl="1" marL="914400" algn="l">
              <a:lnSpc>
                <a:spcPct val="100000"/>
              </a:lnSpc>
              <a:spcBef>
                <a:spcPts val="600"/>
              </a:spcBef>
              <a:spcAft>
                <a:spcPts val="0"/>
              </a:spcAft>
              <a:buSzPts val="1100"/>
              <a:buFont typeface="Archivo Light"/>
              <a:buNone/>
              <a:defRPr sz="1100"/>
            </a:lvl2pPr>
            <a:lvl3pPr indent="-228600" lvl="2" marL="1371600" algn="l">
              <a:lnSpc>
                <a:spcPct val="100000"/>
              </a:lnSpc>
              <a:spcBef>
                <a:spcPts val="600"/>
              </a:spcBef>
              <a:spcAft>
                <a:spcPts val="0"/>
              </a:spcAft>
              <a:buSzPts val="1100"/>
              <a:buFont typeface="Archivo Light"/>
              <a:buNone/>
              <a:defRPr sz="1100"/>
            </a:lvl3pPr>
            <a:lvl4pPr indent="-228600" lvl="3" marL="1828800" algn="l">
              <a:spcBef>
                <a:spcPts val="600"/>
              </a:spcBef>
              <a:spcAft>
                <a:spcPts val="0"/>
              </a:spcAft>
              <a:buSzPts val="1100"/>
              <a:buFont typeface="Arial"/>
              <a:buNone/>
              <a:defRPr sz="1100"/>
            </a:lvl4pPr>
            <a:lvl5pPr indent="-228600" lvl="4" marL="2286000" algn="l">
              <a:spcBef>
                <a:spcPts val="220"/>
              </a:spcBef>
              <a:spcAft>
                <a:spcPts val="0"/>
              </a:spcAft>
              <a:buSzPts val="1100"/>
              <a:buFont typeface="Arial"/>
              <a:buNone/>
              <a:defRPr sz="11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38" name="Google Shape;238;p39"/>
          <p:cNvSpPr txBox="1"/>
          <p:nvPr>
            <p:ph idx="6" type="body"/>
          </p:nvPr>
        </p:nvSpPr>
        <p:spPr>
          <a:xfrm>
            <a:off x="2249424" y="1661962"/>
            <a:ext cx="2048256" cy="230832"/>
          </a:xfrm>
          <a:prstGeom prst="rect">
            <a:avLst/>
          </a:prstGeom>
          <a:noFill/>
          <a:ln>
            <a:noFill/>
          </a:ln>
        </p:spPr>
        <p:txBody>
          <a:bodyPr anchorCtr="0" anchor="t" bIns="45700" lIns="91425" spcFirstLastPara="1" rIns="91425" wrap="square" tIns="45700">
            <a:spAutoFit/>
          </a:bodyPr>
          <a:lstStyle>
            <a:lvl1pPr indent="-228600" lvl="0" marL="457200" algn="l">
              <a:lnSpc>
                <a:spcPct val="100000"/>
              </a:lnSpc>
              <a:spcBef>
                <a:spcPts val="600"/>
              </a:spcBef>
              <a:spcAft>
                <a:spcPts val="0"/>
              </a:spcAft>
              <a:buSzPts val="900"/>
              <a:buFont typeface="Archivo Light"/>
              <a:buNone/>
              <a:defRPr sz="900">
                <a:solidFill>
                  <a:schemeClr val="dk2"/>
                </a:solidFill>
              </a:defRPr>
            </a:lvl1pPr>
            <a:lvl2pPr indent="-228600" lvl="1" marL="914400" algn="l">
              <a:lnSpc>
                <a:spcPct val="100000"/>
              </a:lnSpc>
              <a:spcBef>
                <a:spcPts val="600"/>
              </a:spcBef>
              <a:spcAft>
                <a:spcPts val="0"/>
              </a:spcAft>
              <a:buSzPts val="1100"/>
              <a:buFont typeface="Archivo Light"/>
              <a:buNone/>
              <a:defRPr sz="1100"/>
            </a:lvl2pPr>
            <a:lvl3pPr indent="-228600" lvl="2" marL="1371600" algn="l">
              <a:lnSpc>
                <a:spcPct val="100000"/>
              </a:lnSpc>
              <a:spcBef>
                <a:spcPts val="600"/>
              </a:spcBef>
              <a:spcAft>
                <a:spcPts val="0"/>
              </a:spcAft>
              <a:buSzPts val="1100"/>
              <a:buFont typeface="Archivo Light"/>
              <a:buNone/>
              <a:defRPr sz="1100"/>
            </a:lvl3pPr>
            <a:lvl4pPr indent="-228600" lvl="3" marL="1828800" algn="l">
              <a:spcBef>
                <a:spcPts val="600"/>
              </a:spcBef>
              <a:spcAft>
                <a:spcPts val="0"/>
              </a:spcAft>
              <a:buSzPts val="1100"/>
              <a:buFont typeface="Arial"/>
              <a:buNone/>
              <a:defRPr sz="1100"/>
            </a:lvl4pPr>
            <a:lvl5pPr indent="-228600" lvl="4" marL="2286000" algn="l">
              <a:spcBef>
                <a:spcPts val="220"/>
              </a:spcBef>
              <a:spcAft>
                <a:spcPts val="0"/>
              </a:spcAft>
              <a:buSzPts val="1100"/>
              <a:buFont typeface="Arial"/>
              <a:buNone/>
              <a:defRPr sz="11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39" name="Google Shape;239;p39"/>
          <p:cNvSpPr txBox="1"/>
          <p:nvPr>
            <p:ph idx="7" type="body"/>
          </p:nvPr>
        </p:nvSpPr>
        <p:spPr>
          <a:xfrm>
            <a:off x="2249424" y="3200400"/>
            <a:ext cx="2048256" cy="338554"/>
          </a:xfrm>
          <a:prstGeom prst="rect">
            <a:avLst/>
          </a:prstGeom>
          <a:noFill/>
          <a:ln>
            <a:noFill/>
          </a:ln>
        </p:spPr>
        <p:txBody>
          <a:bodyPr anchorCtr="0" anchor="b" bIns="45700" lIns="91425" spcFirstLastPara="1" rIns="91425" wrap="square" tIns="45700">
            <a:spAutoFit/>
          </a:bodyPr>
          <a:lstStyle>
            <a:lvl1pPr indent="-228600" lvl="0" marL="457200" algn="l">
              <a:lnSpc>
                <a:spcPct val="100000"/>
              </a:lnSpc>
              <a:spcBef>
                <a:spcPts val="600"/>
              </a:spcBef>
              <a:spcAft>
                <a:spcPts val="0"/>
              </a:spcAft>
              <a:buSzPts val="1600"/>
              <a:buFont typeface="Archivo"/>
              <a:buNone/>
              <a:defRPr b="1" i="0" sz="1600">
                <a:solidFill>
                  <a:schemeClr val="dk1"/>
                </a:solidFill>
                <a:latin typeface="Archivo"/>
                <a:ea typeface="Archivo"/>
                <a:cs typeface="Archivo"/>
                <a:sym typeface="Archivo"/>
              </a:defRPr>
            </a:lvl1pPr>
            <a:lvl2pPr indent="-228600" lvl="1" marL="914400" algn="l">
              <a:lnSpc>
                <a:spcPct val="100000"/>
              </a:lnSpc>
              <a:spcBef>
                <a:spcPts val="600"/>
              </a:spcBef>
              <a:spcAft>
                <a:spcPts val="0"/>
              </a:spcAft>
              <a:buSzPts val="1100"/>
              <a:buFont typeface="Archivo Light"/>
              <a:buNone/>
              <a:defRPr sz="1100"/>
            </a:lvl2pPr>
            <a:lvl3pPr indent="-228600" lvl="2" marL="1371600" algn="l">
              <a:lnSpc>
                <a:spcPct val="100000"/>
              </a:lnSpc>
              <a:spcBef>
                <a:spcPts val="600"/>
              </a:spcBef>
              <a:spcAft>
                <a:spcPts val="0"/>
              </a:spcAft>
              <a:buSzPts val="1100"/>
              <a:buFont typeface="Archivo Light"/>
              <a:buNone/>
              <a:defRPr sz="1100"/>
            </a:lvl3pPr>
            <a:lvl4pPr indent="-228600" lvl="3" marL="1828800" algn="l">
              <a:spcBef>
                <a:spcPts val="600"/>
              </a:spcBef>
              <a:spcAft>
                <a:spcPts val="0"/>
              </a:spcAft>
              <a:buSzPts val="1100"/>
              <a:buFont typeface="Arial"/>
              <a:buNone/>
              <a:defRPr sz="1100"/>
            </a:lvl4pPr>
            <a:lvl5pPr indent="-228600" lvl="4" marL="2286000" algn="l">
              <a:spcBef>
                <a:spcPts val="220"/>
              </a:spcBef>
              <a:spcAft>
                <a:spcPts val="0"/>
              </a:spcAft>
              <a:buSzPts val="1100"/>
              <a:buFont typeface="Arial"/>
              <a:buNone/>
              <a:defRPr sz="11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0" name="Google Shape;240;p39"/>
          <p:cNvSpPr txBox="1"/>
          <p:nvPr>
            <p:ph idx="8" type="body"/>
          </p:nvPr>
        </p:nvSpPr>
        <p:spPr>
          <a:xfrm>
            <a:off x="2249424" y="3456432"/>
            <a:ext cx="2048256" cy="276999"/>
          </a:xfrm>
          <a:prstGeom prst="rect">
            <a:avLst/>
          </a:prstGeom>
          <a:noFill/>
          <a:ln>
            <a:noFill/>
          </a:ln>
        </p:spPr>
        <p:txBody>
          <a:bodyPr anchorCtr="0" anchor="t" bIns="45700" lIns="91425" spcFirstLastPara="1" rIns="91425" wrap="square" tIns="45700">
            <a:spAutoFit/>
          </a:bodyPr>
          <a:lstStyle>
            <a:lvl1pPr indent="-228600" lvl="0" marL="457200" algn="l">
              <a:lnSpc>
                <a:spcPct val="100000"/>
              </a:lnSpc>
              <a:spcBef>
                <a:spcPts val="600"/>
              </a:spcBef>
              <a:spcAft>
                <a:spcPts val="0"/>
              </a:spcAft>
              <a:buSzPts val="1200"/>
              <a:buFont typeface="Archivo Light"/>
              <a:buNone/>
              <a:defRPr sz="1200">
                <a:solidFill>
                  <a:schemeClr val="dk1"/>
                </a:solidFill>
              </a:defRPr>
            </a:lvl1pPr>
            <a:lvl2pPr indent="-228600" lvl="1" marL="914400" algn="l">
              <a:lnSpc>
                <a:spcPct val="100000"/>
              </a:lnSpc>
              <a:spcBef>
                <a:spcPts val="600"/>
              </a:spcBef>
              <a:spcAft>
                <a:spcPts val="0"/>
              </a:spcAft>
              <a:buSzPts val="1100"/>
              <a:buFont typeface="Archivo Light"/>
              <a:buNone/>
              <a:defRPr sz="1100"/>
            </a:lvl2pPr>
            <a:lvl3pPr indent="-228600" lvl="2" marL="1371600" algn="l">
              <a:lnSpc>
                <a:spcPct val="100000"/>
              </a:lnSpc>
              <a:spcBef>
                <a:spcPts val="600"/>
              </a:spcBef>
              <a:spcAft>
                <a:spcPts val="0"/>
              </a:spcAft>
              <a:buSzPts val="1100"/>
              <a:buFont typeface="Archivo Light"/>
              <a:buNone/>
              <a:defRPr sz="1100"/>
            </a:lvl3pPr>
            <a:lvl4pPr indent="-228600" lvl="3" marL="1828800" algn="l">
              <a:spcBef>
                <a:spcPts val="600"/>
              </a:spcBef>
              <a:spcAft>
                <a:spcPts val="0"/>
              </a:spcAft>
              <a:buSzPts val="1100"/>
              <a:buFont typeface="Arial"/>
              <a:buNone/>
              <a:defRPr sz="1100"/>
            </a:lvl4pPr>
            <a:lvl5pPr indent="-228600" lvl="4" marL="2286000" algn="l">
              <a:spcBef>
                <a:spcPts val="220"/>
              </a:spcBef>
              <a:spcAft>
                <a:spcPts val="0"/>
              </a:spcAft>
              <a:buSzPts val="1100"/>
              <a:buFont typeface="Arial"/>
              <a:buNone/>
              <a:defRPr sz="11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1" name="Google Shape;241;p39"/>
          <p:cNvSpPr txBox="1"/>
          <p:nvPr>
            <p:ph idx="9" type="body"/>
          </p:nvPr>
        </p:nvSpPr>
        <p:spPr>
          <a:xfrm>
            <a:off x="2249424" y="3755938"/>
            <a:ext cx="2048256" cy="230832"/>
          </a:xfrm>
          <a:prstGeom prst="rect">
            <a:avLst/>
          </a:prstGeom>
          <a:noFill/>
          <a:ln>
            <a:noFill/>
          </a:ln>
        </p:spPr>
        <p:txBody>
          <a:bodyPr anchorCtr="0" anchor="t" bIns="45700" lIns="91425" spcFirstLastPara="1" rIns="91425" wrap="square" tIns="45700">
            <a:spAutoFit/>
          </a:bodyPr>
          <a:lstStyle>
            <a:lvl1pPr indent="-228600" lvl="0" marL="457200" algn="l">
              <a:lnSpc>
                <a:spcPct val="100000"/>
              </a:lnSpc>
              <a:spcBef>
                <a:spcPts val="600"/>
              </a:spcBef>
              <a:spcAft>
                <a:spcPts val="0"/>
              </a:spcAft>
              <a:buSzPts val="900"/>
              <a:buFont typeface="Archivo Light"/>
              <a:buNone/>
              <a:defRPr sz="900">
                <a:solidFill>
                  <a:schemeClr val="dk2"/>
                </a:solidFill>
              </a:defRPr>
            </a:lvl1pPr>
            <a:lvl2pPr indent="-228600" lvl="1" marL="914400" algn="l">
              <a:lnSpc>
                <a:spcPct val="100000"/>
              </a:lnSpc>
              <a:spcBef>
                <a:spcPts val="600"/>
              </a:spcBef>
              <a:spcAft>
                <a:spcPts val="0"/>
              </a:spcAft>
              <a:buSzPts val="1100"/>
              <a:buFont typeface="Archivo Light"/>
              <a:buNone/>
              <a:defRPr sz="1100"/>
            </a:lvl2pPr>
            <a:lvl3pPr indent="-228600" lvl="2" marL="1371600" algn="l">
              <a:lnSpc>
                <a:spcPct val="100000"/>
              </a:lnSpc>
              <a:spcBef>
                <a:spcPts val="600"/>
              </a:spcBef>
              <a:spcAft>
                <a:spcPts val="0"/>
              </a:spcAft>
              <a:buSzPts val="1100"/>
              <a:buFont typeface="Archivo Light"/>
              <a:buNone/>
              <a:defRPr sz="1100"/>
            </a:lvl3pPr>
            <a:lvl4pPr indent="-228600" lvl="3" marL="1828800" algn="l">
              <a:spcBef>
                <a:spcPts val="600"/>
              </a:spcBef>
              <a:spcAft>
                <a:spcPts val="0"/>
              </a:spcAft>
              <a:buSzPts val="1100"/>
              <a:buFont typeface="Arial"/>
              <a:buNone/>
              <a:defRPr sz="1100"/>
            </a:lvl4pPr>
            <a:lvl5pPr indent="-228600" lvl="4" marL="2286000" algn="l">
              <a:spcBef>
                <a:spcPts val="220"/>
              </a:spcBef>
              <a:spcAft>
                <a:spcPts val="0"/>
              </a:spcAft>
              <a:buSzPts val="1100"/>
              <a:buFont typeface="Arial"/>
              <a:buNone/>
              <a:defRPr sz="11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2" name="Google Shape;242;p39"/>
          <p:cNvSpPr txBox="1"/>
          <p:nvPr>
            <p:ph idx="13" type="body"/>
          </p:nvPr>
        </p:nvSpPr>
        <p:spPr>
          <a:xfrm>
            <a:off x="6202124" y="1106424"/>
            <a:ext cx="2048256" cy="338554"/>
          </a:xfrm>
          <a:prstGeom prst="rect">
            <a:avLst/>
          </a:prstGeom>
          <a:noFill/>
          <a:ln>
            <a:noFill/>
          </a:ln>
        </p:spPr>
        <p:txBody>
          <a:bodyPr anchorCtr="0" anchor="b" bIns="45700" lIns="91425" spcFirstLastPara="1" rIns="91425" wrap="square" tIns="45700">
            <a:spAutoFit/>
          </a:bodyPr>
          <a:lstStyle>
            <a:lvl1pPr indent="-228600" lvl="0" marL="457200" algn="l">
              <a:lnSpc>
                <a:spcPct val="100000"/>
              </a:lnSpc>
              <a:spcBef>
                <a:spcPts val="600"/>
              </a:spcBef>
              <a:spcAft>
                <a:spcPts val="0"/>
              </a:spcAft>
              <a:buSzPts val="1600"/>
              <a:buFont typeface="Archivo"/>
              <a:buNone/>
              <a:defRPr b="1" i="0" sz="1600">
                <a:solidFill>
                  <a:schemeClr val="dk1"/>
                </a:solidFill>
                <a:latin typeface="Archivo"/>
                <a:ea typeface="Archivo"/>
                <a:cs typeface="Archivo"/>
                <a:sym typeface="Archivo"/>
              </a:defRPr>
            </a:lvl1pPr>
            <a:lvl2pPr indent="-228600" lvl="1" marL="914400" algn="l">
              <a:lnSpc>
                <a:spcPct val="100000"/>
              </a:lnSpc>
              <a:spcBef>
                <a:spcPts val="600"/>
              </a:spcBef>
              <a:spcAft>
                <a:spcPts val="0"/>
              </a:spcAft>
              <a:buSzPts val="1100"/>
              <a:buFont typeface="Archivo Light"/>
              <a:buNone/>
              <a:defRPr sz="1100"/>
            </a:lvl2pPr>
            <a:lvl3pPr indent="-228600" lvl="2" marL="1371600" algn="l">
              <a:lnSpc>
                <a:spcPct val="100000"/>
              </a:lnSpc>
              <a:spcBef>
                <a:spcPts val="600"/>
              </a:spcBef>
              <a:spcAft>
                <a:spcPts val="0"/>
              </a:spcAft>
              <a:buSzPts val="1100"/>
              <a:buFont typeface="Archivo Light"/>
              <a:buNone/>
              <a:defRPr sz="1100"/>
            </a:lvl3pPr>
            <a:lvl4pPr indent="-228600" lvl="3" marL="1828800" algn="l">
              <a:spcBef>
                <a:spcPts val="600"/>
              </a:spcBef>
              <a:spcAft>
                <a:spcPts val="0"/>
              </a:spcAft>
              <a:buSzPts val="1100"/>
              <a:buFont typeface="Arial"/>
              <a:buNone/>
              <a:defRPr sz="1100"/>
            </a:lvl4pPr>
            <a:lvl5pPr indent="-228600" lvl="4" marL="2286000" algn="l">
              <a:spcBef>
                <a:spcPts val="220"/>
              </a:spcBef>
              <a:spcAft>
                <a:spcPts val="0"/>
              </a:spcAft>
              <a:buSzPts val="1100"/>
              <a:buFont typeface="Arial"/>
              <a:buNone/>
              <a:defRPr sz="11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3" name="Google Shape;243;p39"/>
          <p:cNvSpPr txBox="1"/>
          <p:nvPr>
            <p:ph idx="14" type="body"/>
          </p:nvPr>
        </p:nvSpPr>
        <p:spPr>
          <a:xfrm>
            <a:off x="6202124" y="1371600"/>
            <a:ext cx="2048256" cy="276999"/>
          </a:xfrm>
          <a:prstGeom prst="rect">
            <a:avLst/>
          </a:prstGeom>
          <a:noFill/>
          <a:ln>
            <a:noFill/>
          </a:ln>
        </p:spPr>
        <p:txBody>
          <a:bodyPr anchorCtr="0" anchor="t" bIns="45700" lIns="91425" spcFirstLastPara="1" rIns="91425" wrap="square" tIns="45700">
            <a:spAutoFit/>
          </a:bodyPr>
          <a:lstStyle>
            <a:lvl1pPr indent="-228600" lvl="0" marL="457200" algn="l">
              <a:lnSpc>
                <a:spcPct val="100000"/>
              </a:lnSpc>
              <a:spcBef>
                <a:spcPts val="600"/>
              </a:spcBef>
              <a:spcAft>
                <a:spcPts val="0"/>
              </a:spcAft>
              <a:buSzPts val="1200"/>
              <a:buFont typeface="Archivo Light"/>
              <a:buNone/>
              <a:defRPr sz="1200">
                <a:solidFill>
                  <a:schemeClr val="dk1"/>
                </a:solidFill>
              </a:defRPr>
            </a:lvl1pPr>
            <a:lvl2pPr indent="-228600" lvl="1" marL="914400" algn="l">
              <a:lnSpc>
                <a:spcPct val="100000"/>
              </a:lnSpc>
              <a:spcBef>
                <a:spcPts val="600"/>
              </a:spcBef>
              <a:spcAft>
                <a:spcPts val="0"/>
              </a:spcAft>
              <a:buSzPts val="1100"/>
              <a:buFont typeface="Archivo Light"/>
              <a:buNone/>
              <a:defRPr sz="1100"/>
            </a:lvl2pPr>
            <a:lvl3pPr indent="-228600" lvl="2" marL="1371600" algn="l">
              <a:lnSpc>
                <a:spcPct val="100000"/>
              </a:lnSpc>
              <a:spcBef>
                <a:spcPts val="600"/>
              </a:spcBef>
              <a:spcAft>
                <a:spcPts val="0"/>
              </a:spcAft>
              <a:buSzPts val="1100"/>
              <a:buFont typeface="Archivo Light"/>
              <a:buNone/>
              <a:defRPr sz="1100"/>
            </a:lvl3pPr>
            <a:lvl4pPr indent="-228600" lvl="3" marL="1828800" algn="l">
              <a:spcBef>
                <a:spcPts val="600"/>
              </a:spcBef>
              <a:spcAft>
                <a:spcPts val="0"/>
              </a:spcAft>
              <a:buSzPts val="1100"/>
              <a:buFont typeface="Arial"/>
              <a:buNone/>
              <a:defRPr sz="1100"/>
            </a:lvl4pPr>
            <a:lvl5pPr indent="-228600" lvl="4" marL="2286000" algn="l">
              <a:spcBef>
                <a:spcPts val="220"/>
              </a:spcBef>
              <a:spcAft>
                <a:spcPts val="0"/>
              </a:spcAft>
              <a:buSzPts val="1100"/>
              <a:buFont typeface="Arial"/>
              <a:buNone/>
              <a:defRPr sz="11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4" name="Google Shape;244;p39"/>
          <p:cNvSpPr txBox="1"/>
          <p:nvPr>
            <p:ph idx="15" type="body"/>
          </p:nvPr>
        </p:nvSpPr>
        <p:spPr>
          <a:xfrm>
            <a:off x="6202124" y="1661962"/>
            <a:ext cx="2048256" cy="230832"/>
          </a:xfrm>
          <a:prstGeom prst="rect">
            <a:avLst/>
          </a:prstGeom>
          <a:noFill/>
          <a:ln>
            <a:noFill/>
          </a:ln>
        </p:spPr>
        <p:txBody>
          <a:bodyPr anchorCtr="0" anchor="t" bIns="45700" lIns="91425" spcFirstLastPara="1" rIns="91425" wrap="square" tIns="45700">
            <a:spAutoFit/>
          </a:bodyPr>
          <a:lstStyle>
            <a:lvl1pPr indent="-228600" lvl="0" marL="457200" algn="l">
              <a:lnSpc>
                <a:spcPct val="100000"/>
              </a:lnSpc>
              <a:spcBef>
                <a:spcPts val="600"/>
              </a:spcBef>
              <a:spcAft>
                <a:spcPts val="0"/>
              </a:spcAft>
              <a:buSzPts val="900"/>
              <a:buFont typeface="Archivo Light"/>
              <a:buNone/>
              <a:defRPr sz="900">
                <a:solidFill>
                  <a:schemeClr val="dk2"/>
                </a:solidFill>
              </a:defRPr>
            </a:lvl1pPr>
            <a:lvl2pPr indent="-228600" lvl="1" marL="914400" algn="l">
              <a:lnSpc>
                <a:spcPct val="100000"/>
              </a:lnSpc>
              <a:spcBef>
                <a:spcPts val="600"/>
              </a:spcBef>
              <a:spcAft>
                <a:spcPts val="0"/>
              </a:spcAft>
              <a:buSzPts val="1100"/>
              <a:buFont typeface="Archivo Light"/>
              <a:buNone/>
              <a:defRPr sz="1100"/>
            </a:lvl2pPr>
            <a:lvl3pPr indent="-228600" lvl="2" marL="1371600" algn="l">
              <a:lnSpc>
                <a:spcPct val="100000"/>
              </a:lnSpc>
              <a:spcBef>
                <a:spcPts val="600"/>
              </a:spcBef>
              <a:spcAft>
                <a:spcPts val="0"/>
              </a:spcAft>
              <a:buSzPts val="1100"/>
              <a:buFont typeface="Archivo Light"/>
              <a:buNone/>
              <a:defRPr sz="1100"/>
            </a:lvl3pPr>
            <a:lvl4pPr indent="-228600" lvl="3" marL="1828800" algn="l">
              <a:spcBef>
                <a:spcPts val="600"/>
              </a:spcBef>
              <a:spcAft>
                <a:spcPts val="0"/>
              </a:spcAft>
              <a:buSzPts val="1100"/>
              <a:buFont typeface="Arial"/>
              <a:buNone/>
              <a:defRPr sz="1100"/>
            </a:lvl4pPr>
            <a:lvl5pPr indent="-228600" lvl="4" marL="2286000" algn="l">
              <a:spcBef>
                <a:spcPts val="220"/>
              </a:spcBef>
              <a:spcAft>
                <a:spcPts val="0"/>
              </a:spcAft>
              <a:buSzPts val="1100"/>
              <a:buFont typeface="Arial"/>
              <a:buNone/>
              <a:defRPr sz="11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5" name="Google Shape;245;p39"/>
          <p:cNvSpPr/>
          <p:nvPr>
            <p:ph idx="16" type="pic"/>
          </p:nvPr>
        </p:nvSpPr>
        <p:spPr>
          <a:xfrm>
            <a:off x="4609129" y="2880399"/>
            <a:ext cx="1509854" cy="1508760"/>
          </a:xfrm>
          <a:prstGeom prst="roundRect">
            <a:avLst>
              <a:gd fmla="val 2878" name="adj"/>
            </a:avLst>
          </a:prstGeom>
          <a:solidFill>
            <a:srgbClr val="7D8B99"/>
          </a:solidFill>
          <a:ln cap="flat" cmpd="sng" w="19050">
            <a:solidFill>
              <a:schemeClr val="lt1"/>
            </a:solidFill>
            <a:prstDash val="solid"/>
            <a:round/>
            <a:headEnd len="sm" w="sm" type="none"/>
            <a:tailEnd len="sm" w="sm" type="none"/>
          </a:ln>
        </p:spPr>
      </p:sp>
      <p:sp>
        <p:nvSpPr>
          <p:cNvPr id="246" name="Google Shape;246;p39"/>
          <p:cNvSpPr txBox="1"/>
          <p:nvPr>
            <p:ph idx="17" type="body"/>
          </p:nvPr>
        </p:nvSpPr>
        <p:spPr>
          <a:xfrm>
            <a:off x="6202124" y="3200400"/>
            <a:ext cx="2048256" cy="338554"/>
          </a:xfrm>
          <a:prstGeom prst="rect">
            <a:avLst/>
          </a:prstGeom>
          <a:noFill/>
          <a:ln>
            <a:noFill/>
          </a:ln>
        </p:spPr>
        <p:txBody>
          <a:bodyPr anchorCtr="0" anchor="b" bIns="45700" lIns="91425" spcFirstLastPara="1" rIns="91425" wrap="square" tIns="45700">
            <a:spAutoFit/>
          </a:bodyPr>
          <a:lstStyle>
            <a:lvl1pPr indent="-228600" lvl="0" marL="457200" algn="l">
              <a:lnSpc>
                <a:spcPct val="100000"/>
              </a:lnSpc>
              <a:spcBef>
                <a:spcPts val="600"/>
              </a:spcBef>
              <a:spcAft>
                <a:spcPts val="0"/>
              </a:spcAft>
              <a:buSzPts val="1600"/>
              <a:buFont typeface="Archivo"/>
              <a:buNone/>
              <a:defRPr b="1" i="0" sz="1600">
                <a:solidFill>
                  <a:schemeClr val="dk1"/>
                </a:solidFill>
                <a:latin typeface="Archivo"/>
                <a:ea typeface="Archivo"/>
                <a:cs typeface="Archivo"/>
                <a:sym typeface="Archivo"/>
              </a:defRPr>
            </a:lvl1pPr>
            <a:lvl2pPr indent="-228600" lvl="1" marL="914400" algn="l">
              <a:lnSpc>
                <a:spcPct val="100000"/>
              </a:lnSpc>
              <a:spcBef>
                <a:spcPts val="600"/>
              </a:spcBef>
              <a:spcAft>
                <a:spcPts val="0"/>
              </a:spcAft>
              <a:buSzPts val="1100"/>
              <a:buFont typeface="Archivo Light"/>
              <a:buNone/>
              <a:defRPr sz="1100"/>
            </a:lvl2pPr>
            <a:lvl3pPr indent="-228600" lvl="2" marL="1371600" algn="l">
              <a:lnSpc>
                <a:spcPct val="100000"/>
              </a:lnSpc>
              <a:spcBef>
                <a:spcPts val="600"/>
              </a:spcBef>
              <a:spcAft>
                <a:spcPts val="0"/>
              </a:spcAft>
              <a:buSzPts val="1100"/>
              <a:buFont typeface="Archivo Light"/>
              <a:buNone/>
              <a:defRPr sz="1100"/>
            </a:lvl3pPr>
            <a:lvl4pPr indent="-228600" lvl="3" marL="1828800" algn="l">
              <a:spcBef>
                <a:spcPts val="600"/>
              </a:spcBef>
              <a:spcAft>
                <a:spcPts val="0"/>
              </a:spcAft>
              <a:buSzPts val="1100"/>
              <a:buFont typeface="Arial"/>
              <a:buNone/>
              <a:defRPr sz="1100"/>
            </a:lvl4pPr>
            <a:lvl5pPr indent="-228600" lvl="4" marL="2286000" algn="l">
              <a:spcBef>
                <a:spcPts val="220"/>
              </a:spcBef>
              <a:spcAft>
                <a:spcPts val="0"/>
              </a:spcAft>
              <a:buSzPts val="1100"/>
              <a:buFont typeface="Arial"/>
              <a:buNone/>
              <a:defRPr sz="11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7" name="Google Shape;247;p39"/>
          <p:cNvSpPr txBox="1"/>
          <p:nvPr>
            <p:ph idx="18" type="body"/>
          </p:nvPr>
        </p:nvSpPr>
        <p:spPr>
          <a:xfrm>
            <a:off x="6202124" y="3456432"/>
            <a:ext cx="2048256" cy="276999"/>
          </a:xfrm>
          <a:prstGeom prst="rect">
            <a:avLst/>
          </a:prstGeom>
          <a:noFill/>
          <a:ln>
            <a:noFill/>
          </a:ln>
        </p:spPr>
        <p:txBody>
          <a:bodyPr anchorCtr="0" anchor="t" bIns="45700" lIns="91425" spcFirstLastPara="1" rIns="91425" wrap="square" tIns="45700">
            <a:spAutoFit/>
          </a:bodyPr>
          <a:lstStyle>
            <a:lvl1pPr indent="-228600" lvl="0" marL="457200" algn="l">
              <a:lnSpc>
                <a:spcPct val="100000"/>
              </a:lnSpc>
              <a:spcBef>
                <a:spcPts val="600"/>
              </a:spcBef>
              <a:spcAft>
                <a:spcPts val="0"/>
              </a:spcAft>
              <a:buSzPts val="1200"/>
              <a:buFont typeface="Archivo Light"/>
              <a:buNone/>
              <a:defRPr sz="1200">
                <a:solidFill>
                  <a:schemeClr val="dk1"/>
                </a:solidFill>
              </a:defRPr>
            </a:lvl1pPr>
            <a:lvl2pPr indent="-228600" lvl="1" marL="914400" algn="l">
              <a:lnSpc>
                <a:spcPct val="100000"/>
              </a:lnSpc>
              <a:spcBef>
                <a:spcPts val="600"/>
              </a:spcBef>
              <a:spcAft>
                <a:spcPts val="0"/>
              </a:spcAft>
              <a:buSzPts val="1100"/>
              <a:buFont typeface="Archivo Light"/>
              <a:buNone/>
              <a:defRPr sz="1100"/>
            </a:lvl2pPr>
            <a:lvl3pPr indent="-228600" lvl="2" marL="1371600" algn="l">
              <a:lnSpc>
                <a:spcPct val="100000"/>
              </a:lnSpc>
              <a:spcBef>
                <a:spcPts val="600"/>
              </a:spcBef>
              <a:spcAft>
                <a:spcPts val="0"/>
              </a:spcAft>
              <a:buSzPts val="1100"/>
              <a:buFont typeface="Archivo Light"/>
              <a:buNone/>
              <a:defRPr sz="1100"/>
            </a:lvl3pPr>
            <a:lvl4pPr indent="-228600" lvl="3" marL="1828800" algn="l">
              <a:spcBef>
                <a:spcPts val="600"/>
              </a:spcBef>
              <a:spcAft>
                <a:spcPts val="0"/>
              </a:spcAft>
              <a:buSzPts val="1100"/>
              <a:buFont typeface="Arial"/>
              <a:buNone/>
              <a:defRPr sz="1100"/>
            </a:lvl4pPr>
            <a:lvl5pPr indent="-228600" lvl="4" marL="2286000" algn="l">
              <a:spcBef>
                <a:spcPts val="220"/>
              </a:spcBef>
              <a:spcAft>
                <a:spcPts val="0"/>
              </a:spcAft>
              <a:buSzPts val="1100"/>
              <a:buFont typeface="Arial"/>
              <a:buNone/>
              <a:defRPr sz="11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8" name="Google Shape;248;p39"/>
          <p:cNvSpPr txBox="1"/>
          <p:nvPr>
            <p:ph idx="19" type="body"/>
          </p:nvPr>
        </p:nvSpPr>
        <p:spPr>
          <a:xfrm>
            <a:off x="6202124" y="3755938"/>
            <a:ext cx="2048256" cy="230832"/>
          </a:xfrm>
          <a:prstGeom prst="rect">
            <a:avLst/>
          </a:prstGeom>
          <a:noFill/>
          <a:ln>
            <a:noFill/>
          </a:ln>
        </p:spPr>
        <p:txBody>
          <a:bodyPr anchorCtr="0" anchor="t" bIns="45700" lIns="91425" spcFirstLastPara="1" rIns="91425" wrap="square" tIns="45700">
            <a:spAutoFit/>
          </a:bodyPr>
          <a:lstStyle>
            <a:lvl1pPr indent="-228600" lvl="0" marL="457200" algn="l">
              <a:lnSpc>
                <a:spcPct val="100000"/>
              </a:lnSpc>
              <a:spcBef>
                <a:spcPts val="600"/>
              </a:spcBef>
              <a:spcAft>
                <a:spcPts val="0"/>
              </a:spcAft>
              <a:buSzPts val="900"/>
              <a:buFont typeface="Archivo Light"/>
              <a:buNone/>
              <a:defRPr sz="900">
                <a:solidFill>
                  <a:schemeClr val="dk2"/>
                </a:solidFill>
              </a:defRPr>
            </a:lvl1pPr>
            <a:lvl2pPr indent="-228600" lvl="1" marL="914400" algn="l">
              <a:lnSpc>
                <a:spcPct val="100000"/>
              </a:lnSpc>
              <a:spcBef>
                <a:spcPts val="600"/>
              </a:spcBef>
              <a:spcAft>
                <a:spcPts val="0"/>
              </a:spcAft>
              <a:buSzPts val="1100"/>
              <a:buFont typeface="Archivo Light"/>
              <a:buNone/>
              <a:defRPr sz="1100"/>
            </a:lvl2pPr>
            <a:lvl3pPr indent="-228600" lvl="2" marL="1371600" algn="l">
              <a:lnSpc>
                <a:spcPct val="100000"/>
              </a:lnSpc>
              <a:spcBef>
                <a:spcPts val="600"/>
              </a:spcBef>
              <a:spcAft>
                <a:spcPts val="0"/>
              </a:spcAft>
              <a:buSzPts val="1100"/>
              <a:buFont typeface="Archivo Light"/>
              <a:buNone/>
              <a:defRPr sz="1100"/>
            </a:lvl3pPr>
            <a:lvl4pPr indent="-228600" lvl="3" marL="1828800" algn="l">
              <a:spcBef>
                <a:spcPts val="600"/>
              </a:spcBef>
              <a:spcAft>
                <a:spcPts val="0"/>
              </a:spcAft>
              <a:buSzPts val="1100"/>
              <a:buFont typeface="Arial"/>
              <a:buNone/>
              <a:defRPr sz="1100"/>
            </a:lvl4pPr>
            <a:lvl5pPr indent="-228600" lvl="4" marL="2286000" algn="l">
              <a:spcBef>
                <a:spcPts val="220"/>
              </a:spcBef>
              <a:spcAft>
                <a:spcPts val="0"/>
              </a:spcAft>
              <a:buSzPts val="1100"/>
              <a:buFont typeface="Arial"/>
              <a:buNone/>
              <a:defRPr sz="11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_Alt">
  <p:cSld name="Title Only_Alt">
    <p:spTree>
      <p:nvGrpSpPr>
        <p:cNvPr id="249" name="Shape 249"/>
        <p:cNvGrpSpPr/>
        <p:nvPr/>
      </p:nvGrpSpPr>
      <p:grpSpPr>
        <a:xfrm>
          <a:off x="0" y="0"/>
          <a:ext cx="0" cy="0"/>
          <a:chOff x="0" y="0"/>
          <a:chExt cx="0" cy="0"/>
        </a:xfrm>
      </p:grpSpPr>
      <p:pic>
        <p:nvPicPr>
          <p:cNvPr id="250" name="Google Shape;250;p40"/>
          <p:cNvPicPr preferRelativeResize="0"/>
          <p:nvPr/>
        </p:nvPicPr>
        <p:blipFill rotWithShape="1">
          <a:blip r:embed="rId2">
            <a:alphaModFix/>
          </a:blip>
          <a:srcRect b="38102" l="0" r="0" t="0"/>
          <a:stretch/>
        </p:blipFill>
        <p:spPr>
          <a:xfrm>
            <a:off x="0" y="1"/>
            <a:ext cx="9144000" cy="5143500"/>
          </a:xfrm>
          <a:prstGeom prst="rect">
            <a:avLst/>
          </a:prstGeom>
          <a:noFill/>
          <a:ln>
            <a:noFill/>
          </a:ln>
        </p:spPr>
      </p:pic>
      <p:sp>
        <p:nvSpPr>
          <p:cNvPr id="251" name="Google Shape;251;p40"/>
          <p:cNvSpPr txBox="1"/>
          <p:nvPr>
            <p:ph type="title"/>
          </p:nvPr>
        </p:nvSpPr>
        <p:spPr>
          <a:xfrm>
            <a:off x="457200" y="374904"/>
            <a:ext cx="8229600" cy="480131"/>
          </a:xfrm>
          <a:prstGeom prst="rect">
            <a:avLst/>
          </a:prstGeom>
          <a:noFill/>
          <a:ln>
            <a:noFill/>
          </a:ln>
        </p:spPr>
        <p:txBody>
          <a:bodyPr anchorCtr="0" anchor="t" bIns="45700" lIns="91425" spcFirstLastPara="1" rIns="91425" wrap="square" tIns="45700">
            <a:spAutoFit/>
          </a:bodyPr>
          <a:lstStyle>
            <a:lvl1pPr lvl="0" algn="l">
              <a:lnSpc>
                <a:spcPct val="90000"/>
              </a:lnSpc>
              <a:spcBef>
                <a:spcPts val="0"/>
              </a:spcBef>
              <a:spcAft>
                <a:spcPts val="0"/>
              </a:spcAft>
              <a:buClr>
                <a:srgbClr val="0F2E66"/>
              </a:buClr>
              <a:buSzPts val="2800"/>
              <a:buFont typeface="Archivo"/>
              <a:buNone/>
              <a:defRPr b="1" sz="2800">
                <a:solidFill>
                  <a:srgbClr val="0F2E66"/>
                </a:solidFill>
                <a:latin typeface="Archivo"/>
                <a:ea typeface="Archivo"/>
                <a:cs typeface="Archivo"/>
                <a:sym typeface="Archiv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2" name="Google Shape;252;p40"/>
          <p:cNvSpPr txBox="1"/>
          <p:nvPr>
            <p:ph idx="11" type="ftr"/>
          </p:nvPr>
        </p:nvSpPr>
        <p:spPr>
          <a:xfrm>
            <a:off x="27432" y="4818888"/>
            <a:ext cx="3086100" cy="274637"/>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800">
                <a:solidFill>
                  <a:srgbClr val="7D8B99"/>
                </a:solidFill>
                <a:latin typeface="Archivo"/>
                <a:ea typeface="Archivo"/>
                <a:cs typeface="Archivo"/>
                <a:sym typeface="Archivo"/>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Headline_Alt">
  <p:cSld name="1/2 Headline_Alt">
    <p:spTree>
      <p:nvGrpSpPr>
        <p:cNvPr id="253" name="Shape 253"/>
        <p:cNvGrpSpPr/>
        <p:nvPr/>
      </p:nvGrpSpPr>
      <p:grpSpPr>
        <a:xfrm>
          <a:off x="0" y="0"/>
          <a:ext cx="0" cy="0"/>
          <a:chOff x="0" y="0"/>
          <a:chExt cx="0" cy="0"/>
        </a:xfrm>
      </p:grpSpPr>
      <p:pic>
        <p:nvPicPr>
          <p:cNvPr id="254" name="Google Shape;254;p41"/>
          <p:cNvPicPr preferRelativeResize="0"/>
          <p:nvPr/>
        </p:nvPicPr>
        <p:blipFill rotWithShape="1">
          <a:blip r:embed="rId2">
            <a:alphaModFix/>
          </a:blip>
          <a:srcRect b="38102" l="0" r="0" t="0"/>
          <a:stretch/>
        </p:blipFill>
        <p:spPr>
          <a:xfrm>
            <a:off x="0" y="1"/>
            <a:ext cx="9144000" cy="5143500"/>
          </a:xfrm>
          <a:prstGeom prst="rect">
            <a:avLst/>
          </a:prstGeom>
          <a:noFill/>
          <a:ln>
            <a:noFill/>
          </a:ln>
        </p:spPr>
      </p:pic>
      <p:sp>
        <p:nvSpPr>
          <p:cNvPr id="255" name="Google Shape;255;p41"/>
          <p:cNvSpPr txBox="1"/>
          <p:nvPr>
            <p:ph idx="11" type="ftr"/>
          </p:nvPr>
        </p:nvSpPr>
        <p:spPr>
          <a:xfrm>
            <a:off x="27432" y="4818888"/>
            <a:ext cx="3086100" cy="274637"/>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800">
                <a:solidFill>
                  <a:srgbClr val="7D8B99"/>
                </a:solidFill>
                <a:latin typeface="Archivo"/>
                <a:ea typeface="Archivo"/>
                <a:cs typeface="Archivo"/>
                <a:sym typeface="Archivo"/>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56" name="Google Shape;256;p41"/>
          <p:cNvSpPr txBox="1"/>
          <p:nvPr>
            <p:ph type="title"/>
          </p:nvPr>
        </p:nvSpPr>
        <p:spPr>
          <a:xfrm>
            <a:off x="457200" y="374904"/>
            <a:ext cx="3383280" cy="867930"/>
          </a:xfrm>
          <a:prstGeom prst="rect">
            <a:avLst/>
          </a:prstGeom>
          <a:noFill/>
          <a:ln>
            <a:noFill/>
          </a:ln>
        </p:spPr>
        <p:txBody>
          <a:bodyPr anchorCtr="0" anchor="t" bIns="45700" lIns="91425" spcFirstLastPara="1" rIns="91425" wrap="square" tIns="45700">
            <a:spAutoFit/>
          </a:bodyPr>
          <a:lstStyle>
            <a:lvl1pPr lvl="0" algn="l">
              <a:lnSpc>
                <a:spcPct val="90000"/>
              </a:lnSpc>
              <a:spcBef>
                <a:spcPts val="0"/>
              </a:spcBef>
              <a:spcAft>
                <a:spcPts val="0"/>
              </a:spcAft>
              <a:buClr>
                <a:srgbClr val="0F2E66"/>
              </a:buClr>
              <a:buSzPts val="2800"/>
              <a:buFont typeface="Archivo"/>
              <a:buNone/>
              <a:defRPr b="1" sz="2800">
                <a:solidFill>
                  <a:srgbClr val="0F2E66"/>
                </a:solidFill>
                <a:latin typeface="Archivo"/>
                <a:ea typeface="Archivo"/>
                <a:cs typeface="Archivo"/>
                <a:sym typeface="Archiv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Photos">
  <p:cSld name="3-Photos">
    <p:spTree>
      <p:nvGrpSpPr>
        <p:cNvPr id="257" name="Shape 257"/>
        <p:cNvGrpSpPr/>
        <p:nvPr/>
      </p:nvGrpSpPr>
      <p:grpSpPr>
        <a:xfrm>
          <a:off x="0" y="0"/>
          <a:ext cx="0" cy="0"/>
          <a:chOff x="0" y="0"/>
          <a:chExt cx="0" cy="0"/>
        </a:xfrm>
      </p:grpSpPr>
      <p:sp>
        <p:nvSpPr>
          <p:cNvPr id="258" name="Google Shape;258;p42"/>
          <p:cNvSpPr txBox="1"/>
          <p:nvPr>
            <p:ph type="title"/>
          </p:nvPr>
        </p:nvSpPr>
        <p:spPr>
          <a:xfrm>
            <a:off x="457200" y="372745"/>
            <a:ext cx="8229600" cy="480131"/>
          </a:xfrm>
          <a:prstGeom prst="rect">
            <a:avLst/>
          </a:prstGeom>
          <a:noFill/>
          <a:ln>
            <a:noFill/>
          </a:ln>
        </p:spPr>
        <p:txBody>
          <a:bodyPr anchorCtr="0" anchor="t" bIns="45700" lIns="91425" spcFirstLastPara="1" rIns="91425" wrap="square" tIns="45700">
            <a:spAutoFit/>
          </a:bodyPr>
          <a:lstStyle>
            <a:lvl1pPr lvl="0" algn="l">
              <a:lnSpc>
                <a:spcPct val="90000"/>
              </a:lnSpc>
              <a:spcBef>
                <a:spcPts val="0"/>
              </a:spcBef>
              <a:spcAft>
                <a:spcPts val="0"/>
              </a:spcAft>
              <a:buClr>
                <a:srgbClr val="0F2E66"/>
              </a:buClr>
              <a:buSzPts val="2800"/>
              <a:buFont typeface="Archivo"/>
              <a:buNone/>
              <a:defRPr b="1" sz="2800">
                <a:solidFill>
                  <a:srgbClr val="0F2E66"/>
                </a:solidFill>
                <a:latin typeface="Archivo"/>
                <a:ea typeface="Archivo"/>
                <a:cs typeface="Archivo"/>
                <a:sym typeface="Archiv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9" name="Google Shape;259;p42"/>
          <p:cNvSpPr txBox="1"/>
          <p:nvPr>
            <p:ph idx="11" type="ftr"/>
          </p:nvPr>
        </p:nvSpPr>
        <p:spPr>
          <a:xfrm>
            <a:off x="27432" y="4818888"/>
            <a:ext cx="3086100" cy="274637"/>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800">
                <a:solidFill>
                  <a:srgbClr val="7D8B99"/>
                </a:solidFill>
                <a:latin typeface="Archivo"/>
                <a:ea typeface="Archivo"/>
                <a:cs typeface="Archivo"/>
                <a:sym typeface="Archivo"/>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60" name="Google Shape;260;p42"/>
          <p:cNvSpPr/>
          <p:nvPr>
            <p:ph idx="2" type="pic"/>
          </p:nvPr>
        </p:nvSpPr>
        <p:spPr>
          <a:xfrm>
            <a:off x="3311087" y="1751834"/>
            <a:ext cx="2528798" cy="1785784"/>
          </a:xfrm>
          <a:prstGeom prst="roundRect">
            <a:avLst>
              <a:gd fmla="val 1907" name="adj"/>
            </a:avLst>
          </a:prstGeom>
          <a:solidFill>
            <a:srgbClr val="7D8B99"/>
          </a:solidFill>
          <a:ln>
            <a:noFill/>
          </a:ln>
        </p:spPr>
      </p:sp>
      <p:sp>
        <p:nvSpPr>
          <p:cNvPr id="261" name="Google Shape;261;p42"/>
          <p:cNvSpPr/>
          <p:nvPr>
            <p:ph idx="3" type="pic"/>
          </p:nvPr>
        </p:nvSpPr>
        <p:spPr>
          <a:xfrm>
            <a:off x="6063812" y="1751834"/>
            <a:ext cx="2528798" cy="1785784"/>
          </a:xfrm>
          <a:prstGeom prst="roundRect">
            <a:avLst>
              <a:gd fmla="val 1907" name="adj"/>
            </a:avLst>
          </a:prstGeom>
          <a:solidFill>
            <a:srgbClr val="7D8B99"/>
          </a:solidFill>
          <a:ln>
            <a:noFill/>
          </a:ln>
        </p:spPr>
      </p:sp>
      <p:sp>
        <p:nvSpPr>
          <p:cNvPr id="262" name="Google Shape;262;p42"/>
          <p:cNvSpPr/>
          <p:nvPr>
            <p:ph idx="4" type="pic"/>
          </p:nvPr>
        </p:nvSpPr>
        <p:spPr>
          <a:xfrm>
            <a:off x="548837" y="1751834"/>
            <a:ext cx="2528798" cy="1785784"/>
          </a:xfrm>
          <a:prstGeom prst="roundRect">
            <a:avLst>
              <a:gd fmla="val 1907" name="adj"/>
            </a:avLst>
          </a:prstGeom>
          <a:solidFill>
            <a:srgbClr val="7D8B99"/>
          </a:solidFill>
          <a:ln>
            <a:noFill/>
          </a:ln>
        </p:spPr>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Left">
  <p:cSld name="Photo-Left">
    <p:spTree>
      <p:nvGrpSpPr>
        <p:cNvPr id="263" name="Shape 263"/>
        <p:cNvGrpSpPr/>
        <p:nvPr/>
      </p:nvGrpSpPr>
      <p:grpSpPr>
        <a:xfrm>
          <a:off x="0" y="0"/>
          <a:ext cx="0" cy="0"/>
          <a:chOff x="0" y="0"/>
          <a:chExt cx="0" cy="0"/>
        </a:xfrm>
      </p:grpSpPr>
      <p:sp>
        <p:nvSpPr>
          <p:cNvPr id="264" name="Google Shape;264;p43"/>
          <p:cNvSpPr/>
          <p:nvPr>
            <p:ph idx="2" type="pic"/>
          </p:nvPr>
        </p:nvSpPr>
        <p:spPr>
          <a:xfrm>
            <a:off x="0" y="0"/>
            <a:ext cx="3834758" cy="5143500"/>
          </a:xfrm>
          <a:prstGeom prst="rect">
            <a:avLst/>
          </a:prstGeom>
          <a:solidFill>
            <a:srgbClr val="7D8B99"/>
          </a:solidFill>
          <a:ln>
            <a:noFill/>
          </a:ln>
        </p:spPr>
      </p:sp>
      <p:sp>
        <p:nvSpPr>
          <p:cNvPr id="265" name="Google Shape;265;p43"/>
          <p:cNvSpPr txBox="1"/>
          <p:nvPr>
            <p:ph idx="11" type="ftr"/>
          </p:nvPr>
        </p:nvSpPr>
        <p:spPr>
          <a:xfrm>
            <a:off x="27432" y="4818888"/>
            <a:ext cx="3086100" cy="274637"/>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800">
                <a:solidFill>
                  <a:srgbClr val="7D8B99"/>
                </a:solidFill>
                <a:latin typeface="Archivo"/>
                <a:ea typeface="Archivo"/>
                <a:cs typeface="Archivo"/>
                <a:sym typeface="Archivo"/>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66" name="Google Shape;266;p43"/>
          <p:cNvSpPr txBox="1"/>
          <p:nvPr>
            <p:ph type="title"/>
          </p:nvPr>
        </p:nvSpPr>
        <p:spPr>
          <a:xfrm>
            <a:off x="4280174" y="376428"/>
            <a:ext cx="4195572" cy="867930"/>
          </a:xfrm>
          <a:prstGeom prst="rect">
            <a:avLst/>
          </a:prstGeom>
          <a:noFill/>
          <a:ln>
            <a:noFill/>
          </a:ln>
        </p:spPr>
        <p:txBody>
          <a:bodyPr anchorCtr="0" anchor="t" bIns="45700" lIns="91425" spcFirstLastPara="1" rIns="91425" wrap="square" tIns="45700">
            <a:spAutoFit/>
          </a:bodyPr>
          <a:lstStyle>
            <a:lvl1pPr lvl="0" algn="l">
              <a:lnSpc>
                <a:spcPct val="90000"/>
              </a:lnSpc>
              <a:spcBef>
                <a:spcPts val="0"/>
              </a:spcBef>
              <a:spcAft>
                <a:spcPts val="0"/>
              </a:spcAft>
              <a:buClr>
                <a:srgbClr val="0F2E66"/>
              </a:buClr>
              <a:buSzPts val="2800"/>
              <a:buFont typeface="Archivo"/>
              <a:buNone/>
              <a:defRPr b="1" sz="2800">
                <a:solidFill>
                  <a:srgbClr val="0F2E66"/>
                </a:solidFill>
                <a:latin typeface="Archivo"/>
                <a:ea typeface="Archivo"/>
                <a:cs typeface="Archivo"/>
                <a:sym typeface="Archiv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Right">
  <p:cSld name="Photo-Right">
    <p:spTree>
      <p:nvGrpSpPr>
        <p:cNvPr id="267" name="Shape 267"/>
        <p:cNvGrpSpPr/>
        <p:nvPr/>
      </p:nvGrpSpPr>
      <p:grpSpPr>
        <a:xfrm>
          <a:off x="0" y="0"/>
          <a:ext cx="0" cy="0"/>
          <a:chOff x="0" y="0"/>
          <a:chExt cx="0" cy="0"/>
        </a:xfrm>
      </p:grpSpPr>
      <p:sp>
        <p:nvSpPr>
          <p:cNvPr id="268" name="Google Shape;268;p44"/>
          <p:cNvSpPr/>
          <p:nvPr>
            <p:ph idx="2" type="pic"/>
          </p:nvPr>
        </p:nvSpPr>
        <p:spPr>
          <a:xfrm>
            <a:off x="5309242" y="0"/>
            <a:ext cx="3834758" cy="5143500"/>
          </a:xfrm>
          <a:prstGeom prst="rect">
            <a:avLst/>
          </a:prstGeom>
          <a:solidFill>
            <a:srgbClr val="7D8B99"/>
          </a:solidFill>
          <a:ln>
            <a:noFill/>
          </a:ln>
        </p:spPr>
      </p:sp>
      <p:sp>
        <p:nvSpPr>
          <p:cNvPr id="269" name="Google Shape;269;p44"/>
          <p:cNvSpPr txBox="1"/>
          <p:nvPr>
            <p:ph idx="11" type="ftr"/>
          </p:nvPr>
        </p:nvSpPr>
        <p:spPr>
          <a:xfrm>
            <a:off x="27432" y="4818888"/>
            <a:ext cx="3086100" cy="274637"/>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800">
                <a:solidFill>
                  <a:srgbClr val="7D8B99"/>
                </a:solidFill>
                <a:latin typeface="Archivo"/>
                <a:ea typeface="Archivo"/>
                <a:cs typeface="Archivo"/>
                <a:sym typeface="Archivo"/>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70" name="Google Shape;270;p44"/>
          <p:cNvSpPr txBox="1"/>
          <p:nvPr>
            <p:ph type="title"/>
          </p:nvPr>
        </p:nvSpPr>
        <p:spPr>
          <a:xfrm>
            <a:off x="457200" y="374904"/>
            <a:ext cx="4187952" cy="867930"/>
          </a:xfrm>
          <a:prstGeom prst="rect">
            <a:avLst/>
          </a:prstGeom>
          <a:noFill/>
          <a:ln>
            <a:noFill/>
          </a:ln>
        </p:spPr>
        <p:txBody>
          <a:bodyPr anchorCtr="0" anchor="t" bIns="45700" lIns="91425" spcFirstLastPara="1" rIns="91425" wrap="square" tIns="45700">
            <a:spAutoFit/>
          </a:bodyPr>
          <a:lstStyle>
            <a:lvl1pPr lvl="0" algn="l">
              <a:lnSpc>
                <a:spcPct val="90000"/>
              </a:lnSpc>
              <a:spcBef>
                <a:spcPts val="0"/>
              </a:spcBef>
              <a:spcAft>
                <a:spcPts val="0"/>
              </a:spcAft>
              <a:buClr>
                <a:srgbClr val="0F2E66"/>
              </a:buClr>
              <a:buSzPts val="2800"/>
              <a:buFont typeface="Archivo"/>
              <a:buNone/>
              <a:defRPr b="1" sz="2800">
                <a:solidFill>
                  <a:srgbClr val="0F2E66"/>
                </a:solidFill>
                <a:latin typeface="Archivo"/>
                <a:ea typeface="Archivo"/>
                <a:cs typeface="Archivo"/>
                <a:sym typeface="Archiv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
  <p:cSld name="Title and Content ">
    <p:spTree>
      <p:nvGrpSpPr>
        <p:cNvPr id="271" name="Shape 271"/>
        <p:cNvGrpSpPr/>
        <p:nvPr/>
      </p:nvGrpSpPr>
      <p:grpSpPr>
        <a:xfrm>
          <a:off x="0" y="0"/>
          <a:ext cx="0" cy="0"/>
          <a:chOff x="0" y="0"/>
          <a:chExt cx="0" cy="0"/>
        </a:xfrm>
      </p:grpSpPr>
      <p:sp>
        <p:nvSpPr>
          <p:cNvPr id="272" name="Google Shape;272;p45"/>
          <p:cNvSpPr txBox="1"/>
          <p:nvPr>
            <p:ph idx="1" type="body"/>
          </p:nvPr>
        </p:nvSpPr>
        <p:spPr>
          <a:xfrm>
            <a:off x="457200" y="1225899"/>
            <a:ext cx="8229600" cy="3417542"/>
          </a:xfrm>
          <a:prstGeom prst="rect">
            <a:avLst/>
          </a:prstGeom>
          <a:noFill/>
          <a:ln>
            <a:noFill/>
          </a:ln>
        </p:spPr>
        <p:txBody>
          <a:bodyPr anchorCtr="0" anchor="t" bIns="45700" lIns="91425" spcFirstLastPara="1" rIns="91425" wrap="square" tIns="45700">
            <a:normAutofit/>
          </a:bodyPr>
          <a:lstStyle>
            <a:lvl1pPr indent="-355600" lvl="0" marL="457200" algn="l">
              <a:lnSpc>
                <a:spcPct val="100000"/>
              </a:lnSpc>
              <a:spcBef>
                <a:spcPts val="600"/>
              </a:spcBef>
              <a:spcAft>
                <a:spcPts val="0"/>
              </a:spcAft>
              <a:buClr>
                <a:schemeClr val="dk1"/>
              </a:buClr>
              <a:buSzPts val="2000"/>
              <a:buFont typeface="Arial"/>
              <a:buChar char="•"/>
              <a:defRPr b="0" i="0" sz="2000">
                <a:solidFill>
                  <a:schemeClr val="dk1"/>
                </a:solidFill>
                <a:latin typeface="Archivo Light"/>
                <a:ea typeface="Archivo Light"/>
                <a:cs typeface="Archivo Light"/>
                <a:sym typeface="Archivo Light"/>
              </a:defRPr>
            </a:lvl1pPr>
            <a:lvl2pPr indent="-330200" lvl="1" marL="914400" algn="l">
              <a:lnSpc>
                <a:spcPct val="100000"/>
              </a:lnSpc>
              <a:spcBef>
                <a:spcPts val="600"/>
              </a:spcBef>
              <a:spcAft>
                <a:spcPts val="0"/>
              </a:spcAft>
              <a:buClr>
                <a:schemeClr val="dk1"/>
              </a:buClr>
              <a:buSzPts val="1600"/>
              <a:buFont typeface="Arial"/>
              <a:buChar char="‒"/>
              <a:defRPr b="0" i="0" sz="1600">
                <a:solidFill>
                  <a:schemeClr val="dk1"/>
                </a:solidFill>
                <a:latin typeface="Archivo Light"/>
                <a:ea typeface="Archivo Light"/>
                <a:cs typeface="Archivo Light"/>
                <a:sym typeface="Archivo Light"/>
              </a:defRPr>
            </a:lvl2pPr>
            <a:lvl3pPr indent="-317500" lvl="2" marL="1371600" algn="l">
              <a:lnSpc>
                <a:spcPct val="100000"/>
              </a:lnSpc>
              <a:spcBef>
                <a:spcPts val="600"/>
              </a:spcBef>
              <a:spcAft>
                <a:spcPts val="0"/>
              </a:spcAft>
              <a:buClr>
                <a:schemeClr val="dk1"/>
              </a:buClr>
              <a:buSzPts val="1400"/>
              <a:buFont typeface="Noto Sans Symbols"/>
              <a:buChar char="▪"/>
              <a:defRPr b="0" i="0" sz="1400">
                <a:solidFill>
                  <a:schemeClr val="dk1"/>
                </a:solidFill>
                <a:latin typeface="Archivo Light"/>
                <a:ea typeface="Archivo Light"/>
                <a:cs typeface="Archivo Light"/>
                <a:sym typeface="Archivo Light"/>
              </a:defRPr>
            </a:lvl3pPr>
            <a:lvl4pPr indent="-304800" lvl="3" marL="1828800" algn="l">
              <a:spcBef>
                <a:spcPts val="600"/>
              </a:spcBef>
              <a:spcAft>
                <a:spcPts val="0"/>
              </a:spcAft>
              <a:buClr>
                <a:schemeClr val="dk1"/>
              </a:buClr>
              <a:buSzPts val="1200"/>
              <a:buFont typeface="Courier New"/>
              <a:buChar char="o"/>
              <a:defRPr b="0" i="0" sz="1200">
                <a:solidFill>
                  <a:schemeClr val="dk1"/>
                </a:solidFill>
                <a:latin typeface="Archivo Light"/>
                <a:ea typeface="Archivo Light"/>
                <a:cs typeface="Archivo Light"/>
                <a:sym typeface="Archivo Light"/>
              </a:defRPr>
            </a:lvl4pPr>
            <a:lvl5pPr indent="-298450" lvl="4" marL="2286000" algn="l">
              <a:spcBef>
                <a:spcPts val="600"/>
              </a:spcBef>
              <a:spcAft>
                <a:spcPts val="0"/>
              </a:spcAft>
              <a:buClr>
                <a:schemeClr val="dk1"/>
              </a:buClr>
              <a:buSzPts val="1100"/>
              <a:buFont typeface="Merriweather Sans"/>
              <a:buChar char="◆"/>
              <a:defRPr b="0" i="0" sz="1100">
                <a:solidFill>
                  <a:schemeClr val="dk1"/>
                </a:solidFill>
                <a:latin typeface="Archivo Light"/>
                <a:ea typeface="Archivo Light"/>
                <a:cs typeface="Archivo Light"/>
                <a:sym typeface="Archivo Light"/>
              </a:defRPr>
            </a:lvl5pPr>
            <a:lvl6pPr indent="-295275" lvl="5" marL="2743200" algn="l">
              <a:spcBef>
                <a:spcPts val="600"/>
              </a:spcBef>
              <a:spcAft>
                <a:spcPts val="0"/>
              </a:spcAft>
              <a:buClr>
                <a:schemeClr val="dk1"/>
              </a:buClr>
              <a:buSzPts val="1050"/>
              <a:buChar char="•"/>
              <a:defRPr b="0" i="0" sz="1050">
                <a:latin typeface="Archivo Light"/>
                <a:ea typeface="Archivo Light"/>
                <a:cs typeface="Archivo Light"/>
                <a:sym typeface="Archivo Light"/>
              </a:defRPr>
            </a:lvl6pPr>
            <a:lvl7pPr indent="-292100" lvl="6" marL="3200400" algn="l">
              <a:spcBef>
                <a:spcPts val="200"/>
              </a:spcBef>
              <a:spcAft>
                <a:spcPts val="0"/>
              </a:spcAft>
              <a:buClr>
                <a:schemeClr val="dk1"/>
              </a:buClr>
              <a:buSzPts val="1000"/>
              <a:buChar char="•"/>
              <a:defRPr b="0" i="0" sz="1000">
                <a:latin typeface="Archivo Light"/>
                <a:ea typeface="Archivo Light"/>
                <a:cs typeface="Archivo Light"/>
                <a:sym typeface="Archivo Light"/>
              </a:defRPr>
            </a:lvl7pPr>
            <a:lvl8pPr indent="-228600" lvl="7" marL="3657600" algn="l">
              <a:spcBef>
                <a:spcPts val="300"/>
              </a:spcBef>
              <a:spcAft>
                <a:spcPts val="0"/>
              </a:spcAft>
              <a:buClr>
                <a:schemeClr val="dk1"/>
              </a:buClr>
              <a:buSzPts val="900"/>
              <a:buFont typeface="Archivo Light"/>
              <a:buNone/>
              <a:defRPr sz="900">
                <a:latin typeface="Archivo Light"/>
                <a:ea typeface="Archivo Light"/>
                <a:cs typeface="Archivo Light"/>
                <a:sym typeface="Archivo Light"/>
              </a:defRPr>
            </a:lvl8pPr>
            <a:lvl9pPr indent="-304800" lvl="8" marL="4114800" algn="l">
              <a:spcBef>
                <a:spcPts val="360"/>
              </a:spcBef>
              <a:spcAft>
                <a:spcPts val="0"/>
              </a:spcAft>
              <a:buClr>
                <a:schemeClr val="dk1"/>
              </a:buClr>
              <a:buSzPts val="1200"/>
              <a:buFont typeface="Archivo Light"/>
              <a:buChar char="•"/>
              <a:defRPr sz="900">
                <a:latin typeface="Archivo Light"/>
                <a:ea typeface="Archivo Light"/>
                <a:cs typeface="Archivo Light"/>
                <a:sym typeface="Archivo Light"/>
              </a:defRPr>
            </a:lvl9pPr>
          </a:lstStyle>
          <a:p/>
        </p:txBody>
      </p:sp>
      <p:sp>
        <p:nvSpPr>
          <p:cNvPr id="273" name="Google Shape;273;p45"/>
          <p:cNvSpPr txBox="1"/>
          <p:nvPr>
            <p:ph idx="11" type="ftr"/>
          </p:nvPr>
        </p:nvSpPr>
        <p:spPr>
          <a:xfrm>
            <a:off x="27432" y="4818888"/>
            <a:ext cx="3086100" cy="274637"/>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800">
                <a:solidFill>
                  <a:srgbClr val="7D8B99"/>
                </a:solidFill>
                <a:latin typeface="Archivo"/>
                <a:ea typeface="Archivo"/>
                <a:cs typeface="Archivo"/>
                <a:sym typeface="Archivo"/>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74" name="Google Shape;274;p45"/>
          <p:cNvSpPr txBox="1"/>
          <p:nvPr>
            <p:ph type="title"/>
          </p:nvPr>
        </p:nvSpPr>
        <p:spPr>
          <a:xfrm>
            <a:off x="457200" y="374904"/>
            <a:ext cx="8229600" cy="480131"/>
          </a:xfrm>
          <a:prstGeom prst="rect">
            <a:avLst/>
          </a:prstGeom>
          <a:noFill/>
          <a:ln>
            <a:noFill/>
          </a:ln>
        </p:spPr>
        <p:txBody>
          <a:bodyPr anchorCtr="0" anchor="t" bIns="45700" lIns="91425" spcFirstLastPara="1" rIns="91425" wrap="square" tIns="45700">
            <a:spAutoFit/>
          </a:bodyPr>
          <a:lstStyle>
            <a:lvl1pPr lvl="0" algn="l">
              <a:lnSpc>
                <a:spcPct val="90000"/>
              </a:lnSpc>
              <a:spcBef>
                <a:spcPts val="0"/>
              </a:spcBef>
              <a:spcAft>
                <a:spcPts val="0"/>
              </a:spcAft>
              <a:buClr>
                <a:srgbClr val="0F2E66"/>
              </a:buClr>
              <a:buSzPts val="2800"/>
              <a:buFont typeface="Archivo"/>
              <a:buNone/>
              <a:defRPr b="1" sz="2800">
                <a:solidFill>
                  <a:srgbClr val="0F2E66"/>
                </a:solidFill>
                <a:latin typeface="Archivo"/>
                <a:ea typeface="Archivo"/>
                <a:cs typeface="Archivo"/>
                <a:sym typeface="Archiv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mper Slide">
  <p:cSld name="Bumper Slide">
    <p:bg>
      <p:bgPr>
        <a:solidFill>
          <a:schemeClr val="dk1"/>
        </a:solidFill>
      </p:bgPr>
    </p:bg>
    <p:spTree>
      <p:nvGrpSpPr>
        <p:cNvPr id="275" name="Shape 275"/>
        <p:cNvGrpSpPr/>
        <p:nvPr/>
      </p:nvGrpSpPr>
      <p:grpSpPr>
        <a:xfrm>
          <a:off x="0" y="0"/>
          <a:ext cx="0" cy="0"/>
          <a:chOff x="0" y="0"/>
          <a:chExt cx="0" cy="0"/>
        </a:xfrm>
      </p:grpSpPr>
      <p:pic>
        <p:nvPicPr>
          <p:cNvPr id="276" name="Google Shape;276;p46"/>
          <p:cNvPicPr preferRelativeResize="0"/>
          <p:nvPr/>
        </p:nvPicPr>
        <p:blipFill rotWithShape="1">
          <a:blip r:embed="rId2">
            <a:alphaModFix/>
          </a:blip>
          <a:srcRect b="0" l="0" r="0" t="0"/>
          <a:stretch/>
        </p:blipFill>
        <p:spPr>
          <a:xfrm>
            <a:off x="3101498" y="1639177"/>
            <a:ext cx="2941004" cy="139054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cons_30">
  <p:cSld name="Icons_30">
    <p:spTree>
      <p:nvGrpSpPr>
        <p:cNvPr id="277" name="Shape 277"/>
        <p:cNvGrpSpPr/>
        <p:nvPr/>
      </p:nvGrpSpPr>
      <p:grpSpPr>
        <a:xfrm>
          <a:off x="0" y="0"/>
          <a:ext cx="0" cy="0"/>
          <a:chOff x="0" y="0"/>
          <a:chExt cx="0" cy="0"/>
        </a:xfrm>
      </p:grpSpPr>
      <p:sp>
        <p:nvSpPr>
          <p:cNvPr id="278" name="Google Shape;278;p47"/>
          <p:cNvSpPr txBox="1"/>
          <p:nvPr>
            <p:ph type="title"/>
          </p:nvPr>
        </p:nvSpPr>
        <p:spPr>
          <a:xfrm>
            <a:off x="457200" y="372745"/>
            <a:ext cx="8229600" cy="480131"/>
          </a:xfrm>
          <a:prstGeom prst="rect">
            <a:avLst/>
          </a:prstGeom>
          <a:noFill/>
          <a:ln>
            <a:noFill/>
          </a:ln>
        </p:spPr>
        <p:txBody>
          <a:bodyPr anchorCtr="0" anchor="t" bIns="45700" lIns="91425" spcFirstLastPara="1" rIns="91425" wrap="square" tIns="45700">
            <a:spAutoFit/>
          </a:bodyPr>
          <a:lstStyle>
            <a:lvl1pPr lvl="0" algn="ctr">
              <a:lnSpc>
                <a:spcPct val="90000"/>
              </a:lnSpc>
              <a:spcBef>
                <a:spcPts val="0"/>
              </a:spcBef>
              <a:spcAft>
                <a:spcPts val="0"/>
              </a:spcAft>
              <a:buClr>
                <a:srgbClr val="0F2E66"/>
              </a:buClr>
              <a:buSzPts val="2800"/>
              <a:buFont typeface="Archivo"/>
              <a:buNone/>
              <a:defRPr b="1" sz="2800">
                <a:solidFill>
                  <a:srgbClr val="0F2E66"/>
                </a:solidFill>
                <a:latin typeface="Archivo"/>
                <a:ea typeface="Archivo"/>
                <a:cs typeface="Archivo"/>
                <a:sym typeface="Archiv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9" name="Google Shape;279;p47"/>
          <p:cNvSpPr/>
          <p:nvPr/>
        </p:nvSpPr>
        <p:spPr>
          <a:xfrm>
            <a:off x="1157709" y="1140991"/>
            <a:ext cx="685800" cy="685800"/>
          </a:xfrm>
          <a:prstGeom prst="rect">
            <a:avLst/>
          </a:prstGeom>
          <a:solidFill>
            <a:schemeClr val="lt1"/>
          </a:solidFill>
          <a:ln cap="flat" cmpd="sng" w="19050">
            <a:solidFill>
              <a:srgbClr val="F1F3F6"/>
            </a:solidFill>
            <a:prstDash val="solid"/>
            <a:round/>
            <a:headEnd len="sm" w="sm" type="none"/>
            <a:tailEnd len="sm" w="sm" type="none"/>
          </a:ln>
        </p:spPr>
        <p:txBody>
          <a:bodyPr anchorCtr="0" anchor="ctr" bIns="45700" lIns="91425" spcFirstLastPara="1" rIns="91425" wrap="square" tIns="45700">
            <a:noAutofit/>
          </a:bodyPr>
          <a:lstStyle/>
          <a:p>
            <a:pPr indent="-91440" lvl="0" marL="91440" marR="0" rtl="0" algn="ctr">
              <a:spcBef>
                <a:spcPts val="0"/>
              </a:spcBef>
              <a:spcAft>
                <a:spcPts val="0"/>
              </a:spcAft>
              <a:buNone/>
            </a:pPr>
            <a:r>
              <a:t/>
            </a:r>
            <a:endParaRPr b="0" i="0" sz="1600">
              <a:solidFill>
                <a:schemeClr val="accent1"/>
              </a:solidFill>
              <a:latin typeface="Archivo"/>
              <a:ea typeface="Archivo"/>
              <a:cs typeface="Archivo"/>
              <a:sym typeface="Archivo"/>
            </a:endParaRPr>
          </a:p>
        </p:txBody>
      </p:sp>
      <p:sp>
        <p:nvSpPr>
          <p:cNvPr id="280" name="Google Shape;280;p47"/>
          <p:cNvSpPr/>
          <p:nvPr/>
        </p:nvSpPr>
        <p:spPr>
          <a:xfrm>
            <a:off x="2036206" y="1140991"/>
            <a:ext cx="685800" cy="685800"/>
          </a:xfrm>
          <a:prstGeom prst="rect">
            <a:avLst/>
          </a:prstGeom>
          <a:solidFill>
            <a:schemeClr val="lt1"/>
          </a:solidFill>
          <a:ln cap="flat" cmpd="sng" w="19050">
            <a:solidFill>
              <a:srgbClr val="F1F3F6"/>
            </a:solidFill>
            <a:prstDash val="solid"/>
            <a:round/>
            <a:headEnd len="sm" w="sm" type="none"/>
            <a:tailEnd len="sm" w="sm" type="none"/>
          </a:ln>
        </p:spPr>
        <p:txBody>
          <a:bodyPr anchorCtr="0" anchor="ctr" bIns="45700" lIns="91425" spcFirstLastPara="1" rIns="91425" wrap="square" tIns="45700">
            <a:noAutofit/>
          </a:bodyPr>
          <a:lstStyle/>
          <a:p>
            <a:pPr indent="-91440" lvl="0" marL="91440" marR="0" rtl="0" algn="ctr">
              <a:spcBef>
                <a:spcPts val="0"/>
              </a:spcBef>
              <a:spcAft>
                <a:spcPts val="0"/>
              </a:spcAft>
              <a:buNone/>
            </a:pPr>
            <a:r>
              <a:t/>
            </a:r>
            <a:endParaRPr b="0" i="0" sz="1600">
              <a:solidFill>
                <a:schemeClr val="accent1"/>
              </a:solidFill>
              <a:latin typeface="Archivo"/>
              <a:ea typeface="Archivo"/>
              <a:cs typeface="Archivo"/>
              <a:sym typeface="Archivo"/>
            </a:endParaRPr>
          </a:p>
        </p:txBody>
      </p:sp>
      <p:sp>
        <p:nvSpPr>
          <p:cNvPr id="281" name="Google Shape;281;p47"/>
          <p:cNvSpPr/>
          <p:nvPr/>
        </p:nvSpPr>
        <p:spPr>
          <a:xfrm>
            <a:off x="2914703" y="1140991"/>
            <a:ext cx="685800" cy="685800"/>
          </a:xfrm>
          <a:prstGeom prst="rect">
            <a:avLst/>
          </a:prstGeom>
          <a:solidFill>
            <a:schemeClr val="lt1"/>
          </a:solidFill>
          <a:ln cap="flat" cmpd="sng" w="19050">
            <a:solidFill>
              <a:srgbClr val="F1F3F6"/>
            </a:solidFill>
            <a:prstDash val="solid"/>
            <a:round/>
            <a:headEnd len="sm" w="sm" type="none"/>
            <a:tailEnd len="sm" w="sm" type="none"/>
          </a:ln>
        </p:spPr>
        <p:txBody>
          <a:bodyPr anchorCtr="0" anchor="ctr" bIns="45700" lIns="91425" spcFirstLastPara="1" rIns="91425" wrap="square" tIns="45700">
            <a:noAutofit/>
          </a:bodyPr>
          <a:lstStyle/>
          <a:p>
            <a:pPr indent="-91440" lvl="0" marL="91440" marR="0" rtl="0" algn="ctr">
              <a:spcBef>
                <a:spcPts val="0"/>
              </a:spcBef>
              <a:spcAft>
                <a:spcPts val="0"/>
              </a:spcAft>
              <a:buNone/>
            </a:pPr>
            <a:r>
              <a:t/>
            </a:r>
            <a:endParaRPr b="0" i="0" sz="1600">
              <a:solidFill>
                <a:schemeClr val="accent1"/>
              </a:solidFill>
              <a:latin typeface="Archivo"/>
              <a:ea typeface="Archivo"/>
              <a:cs typeface="Archivo"/>
              <a:sym typeface="Archivo"/>
            </a:endParaRPr>
          </a:p>
        </p:txBody>
      </p:sp>
      <p:sp>
        <p:nvSpPr>
          <p:cNvPr id="282" name="Google Shape;282;p47"/>
          <p:cNvSpPr/>
          <p:nvPr/>
        </p:nvSpPr>
        <p:spPr>
          <a:xfrm>
            <a:off x="3793200" y="1140991"/>
            <a:ext cx="685800" cy="685800"/>
          </a:xfrm>
          <a:prstGeom prst="rect">
            <a:avLst/>
          </a:prstGeom>
          <a:solidFill>
            <a:schemeClr val="lt1"/>
          </a:solidFill>
          <a:ln cap="flat" cmpd="sng" w="19050">
            <a:solidFill>
              <a:srgbClr val="F1F3F6"/>
            </a:solidFill>
            <a:prstDash val="solid"/>
            <a:round/>
            <a:headEnd len="sm" w="sm" type="none"/>
            <a:tailEnd len="sm" w="sm" type="none"/>
          </a:ln>
        </p:spPr>
        <p:txBody>
          <a:bodyPr anchorCtr="0" anchor="ctr" bIns="45700" lIns="91425" spcFirstLastPara="1" rIns="91425" wrap="square" tIns="45700">
            <a:noAutofit/>
          </a:bodyPr>
          <a:lstStyle/>
          <a:p>
            <a:pPr indent="-91440" lvl="0" marL="91440" marR="0" rtl="0" algn="ctr">
              <a:spcBef>
                <a:spcPts val="0"/>
              </a:spcBef>
              <a:spcAft>
                <a:spcPts val="0"/>
              </a:spcAft>
              <a:buNone/>
            </a:pPr>
            <a:r>
              <a:t/>
            </a:r>
            <a:endParaRPr b="0" i="0" sz="1600">
              <a:solidFill>
                <a:schemeClr val="accent1"/>
              </a:solidFill>
              <a:latin typeface="Archivo"/>
              <a:ea typeface="Archivo"/>
              <a:cs typeface="Archivo"/>
              <a:sym typeface="Archivo"/>
            </a:endParaRPr>
          </a:p>
        </p:txBody>
      </p:sp>
      <p:sp>
        <p:nvSpPr>
          <p:cNvPr id="283" name="Google Shape;283;p47"/>
          <p:cNvSpPr/>
          <p:nvPr/>
        </p:nvSpPr>
        <p:spPr>
          <a:xfrm>
            <a:off x="4671697" y="1140991"/>
            <a:ext cx="685800" cy="685800"/>
          </a:xfrm>
          <a:prstGeom prst="rect">
            <a:avLst/>
          </a:prstGeom>
          <a:solidFill>
            <a:schemeClr val="lt1"/>
          </a:solidFill>
          <a:ln cap="flat" cmpd="sng" w="19050">
            <a:solidFill>
              <a:srgbClr val="F1F3F6"/>
            </a:solidFill>
            <a:prstDash val="solid"/>
            <a:round/>
            <a:headEnd len="sm" w="sm" type="none"/>
            <a:tailEnd len="sm" w="sm" type="none"/>
          </a:ln>
        </p:spPr>
        <p:txBody>
          <a:bodyPr anchorCtr="0" anchor="ctr" bIns="45700" lIns="91425" spcFirstLastPara="1" rIns="91425" wrap="square" tIns="45700">
            <a:noAutofit/>
          </a:bodyPr>
          <a:lstStyle/>
          <a:p>
            <a:pPr indent="-91440" lvl="0" marL="91440" marR="0" rtl="0" algn="ctr">
              <a:spcBef>
                <a:spcPts val="0"/>
              </a:spcBef>
              <a:spcAft>
                <a:spcPts val="0"/>
              </a:spcAft>
              <a:buNone/>
            </a:pPr>
            <a:r>
              <a:t/>
            </a:r>
            <a:endParaRPr b="0" i="0" sz="1600">
              <a:solidFill>
                <a:schemeClr val="accent1"/>
              </a:solidFill>
              <a:latin typeface="Archivo"/>
              <a:ea typeface="Archivo"/>
              <a:cs typeface="Archivo"/>
              <a:sym typeface="Archivo"/>
            </a:endParaRPr>
          </a:p>
        </p:txBody>
      </p:sp>
      <p:sp>
        <p:nvSpPr>
          <p:cNvPr id="284" name="Google Shape;284;p47"/>
          <p:cNvSpPr/>
          <p:nvPr/>
        </p:nvSpPr>
        <p:spPr>
          <a:xfrm>
            <a:off x="5550194" y="1140991"/>
            <a:ext cx="685800" cy="685800"/>
          </a:xfrm>
          <a:prstGeom prst="rect">
            <a:avLst/>
          </a:prstGeom>
          <a:solidFill>
            <a:schemeClr val="lt1"/>
          </a:solidFill>
          <a:ln cap="flat" cmpd="sng" w="19050">
            <a:solidFill>
              <a:srgbClr val="F1F3F6"/>
            </a:solidFill>
            <a:prstDash val="solid"/>
            <a:round/>
            <a:headEnd len="sm" w="sm" type="none"/>
            <a:tailEnd len="sm" w="sm" type="none"/>
          </a:ln>
        </p:spPr>
        <p:txBody>
          <a:bodyPr anchorCtr="0" anchor="ctr" bIns="45700" lIns="91425" spcFirstLastPara="1" rIns="91425" wrap="square" tIns="45700">
            <a:noAutofit/>
          </a:bodyPr>
          <a:lstStyle/>
          <a:p>
            <a:pPr indent="-91440" lvl="0" marL="91440" marR="0" rtl="0" algn="ctr">
              <a:spcBef>
                <a:spcPts val="0"/>
              </a:spcBef>
              <a:spcAft>
                <a:spcPts val="0"/>
              </a:spcAft>
              <a:buNone/>
            </a:pPr>
            <a:r>
              <a:t/>
            </a:r>
            <a:endParaRPr b="0" i="0" sz="1600">
              <a:solidFill>
                <a:schemeClr val="accent1"/>
              </a:solidFill>
              <a:latin typeface="Archivo"/>
              <a:ea typeface="Archivo"/>
              <a:cs typeface="Archivo"/>
              <a:sym typeface="Archivo"/>
            </a:endParaRPr>
          </a:p>
        </p:txBody>
      </p:sp>
      <p:sp>
        <p:nvSpPr>
          <p:cNvPr id="285" name="Google Shape;285;p47"/>
          <p:cNvSpPr/>
          <p:nvPr/>
        </p:nvSpPr>
        <p:spPr>
          <a:xfrm>
            <a:off x="6428691" y="1140991"/>
            <a:ext cx="685800" cy="685800"/>
          </a:xfrm>
          <a:prstGeom prst="rect">
            <a:avLst/>
          </a:prstGeom>
          <a:solidFill>
            <a:schemeClr val="lt1"/>
          </a:solidFill>
          <a:ln cap="flat" cmpd="sng" w="19050">
            <a:solidFill>
              <a:srgbClr val="F1F3F6"/>
            </a:solidFill>
            <a:prstDash val="solid"/>
            <a:round/>
            <a:headEnd len="sm" w="sm" type="none"/>
            <a:tailEnd len="sm" w="sm" type="none"/>
          </a:ln>
        </p:spPr>
        <p:txBody>
          <a:bodyPr anchorCtr="0" anchor="ctr" bIns="45700" lIns="91425" spcFirstLastPara="1" rIns="91425" wrap="square" tIns="45700">
            <a:noAutofit/>
          </a:bodyPr>
          <a:lstStyle/>
          <a:p>
            <a:pPr indent="-91440" lvl="0" marL="91440" marR="0" rtl="0" algn="ctr">
              <a:spcBef>
                <a:spcPts val="0"/>
              </a:spcBef>
              <a:spcAft>
                <a:spcPts val="0"/>
              </a:spcAft>
              <a:buNone/>
            </a:pPr>
            <a:r>
              <a:t/>
            </a:r>
            <a:endParaRPr b="0" i="0" sz="1600">
              <a:solidFill>
                <a:schemeClr val="accent1"/>
              </a:solidFill>
              <a:latin typeface="Archivo"/>
              <a:ea typeface="Archivo"/>
              <a:cs typeface="Archivo"/>
              <a:sym typeface="Archivo"/>
            </a:endParaRPr>
          </a:p>
        </p:txBody>
      </p:sp>
      <p:sp>
        <p:nvSpPr>
          <p:cNvPr id="286" name="Google Shape;286;p47"/>
          <p:cNvSpPr/>
          <p:nvPr/>
        </p:nvSpPr>
        <p:spPr>
          <a:xfrm>
            <a:off x="7307188" y="1140991"/>
            <a:ext cx="685800" cy="685800"/>
          </a:xfrm>
          <a:prstGeom prst="rect">
            <a:avLst/>
          </a:prstGeom>
          <a:solidFill>
            <a:schemeClr val="lt1"/>
          </a:solidFill>
          <a:ln cap="flat" cmpd="sng" w="19050">
            <a:solidFill>
              <a:srgbClr val="F1F3F6"/>
            </a:solidFill>
            <a:prstDash val="solid"/>
            <a:round/>
            <a:headEnd len="sm" w="sm" type="none"/>
            <a:tailEnd len="sm" w="sm" type="none"/>
          </a:ln>
        </p:spPr>
        <p:txBody>
          <a:bodyPr anchorCtr="0" anchor="ctr" bIns="45700" lIns="91425" spcFirstLastPara="1" rIns="91425" wrap="square" tIns="45700">
            <a:noAutofit/>
          </a:bodyPr>
          <a:lstStyle/>
          <a:p>
            <a:pPr indent="-91440" lvl="0" marL="91440" marR="0" rtl="0" algn="ctr">
              <a:spcBef>
                <a:spcPts val="0"/>
              </a:spcBef>
              <a:spcAft>
                <a:spcPts val="0"/>
              </a:spcAft>
              <a:buNone/>
            </a:pPr>
            <a:r>
              <a:t/>
            </a:r>
            <a:endParaRPr b="0" i="0" sz="1600">
              <a:solidFill>
                <a:schemeClr val="accent1"/>
              </a:solidFill>
              <a:latin typeface="Archivo"/>
              <a:ea typeface="Archivo"/>
              <a:cs typeface="Archivo"/>
              <a:sym typeface="Archivo"/>
            </a:endParaRPr>
          </a:p>
        </p:txBody>
      </p:sp>
      <p:sp>
        <p:nvSpPr>
          <p:cNvPr id="287" name="Google Shape;287;p47"/>
          <p:cNvSpPr/>
          <p:nvPr/>
        </p:nvSpPr>
        <p:spPr>
          <a:xfrm>
            <a:off x="8185681" y="1140991"/>
            <a:ext cx="685800" cy="685800"/>
          </a:xfrm>
          <a:prstGeom prst="rect">
            <a:avLst/>
          </a:prstGeom>
          <a:solidFill>
            <a:schemeClr val="lt1"/>
          </a:solidFill>
          <a:ln cap="flat" cmpd="sng" w="19050">
            <a:solidFill>
              <a:srgbClr val="F1F3F6"/>
            </a:solidFill>
            <a:prstDash val="solid"/>
            <a:round/>
            <a:headEnd len="sm" w="sm" type="none"/>
            <a:tailEnd len="sm" w="sm" type="none"/>
          </a:ln>
        </p:spPr>
        <p:txBody>
          <a:bodyPr anchorCtr="0" anchor="ctr" bIns="45700" lIns="91425" spcFirstLastPara="1" rIns="91425" wrap="square" tIns="45700">
            <a:noAutofit/>
          </a:bodyPr>
          <a:lstStyle/>
          <a:p>
            <a:pPr indent="-91440" lvl="0" marL="91440" marR="0" rtl="0" algn="ctr">
              <a:spcBef>
                <a:spcPts val="0"/>
              </a:spcBef>
              <a:spcAft>
                <a:spcPts val="0"/>
              </a:spcAft>
              <a:buNone/>
            </a:pPr>
            <a:r>
              <a:t/>
            </a:r>
            <a:endParaRPr b="0" i="0" sz="1600">
              <a:solidFill>
                <a:schemeClr val="accent1"/>
              </a:solidFill>
              <a:latin typeface="Archivo"/>
              <a:ea typeface="Archivo"/>
              <a:cs typeface="Archivo"/>
              <a:sym typeface="Archivo"/>
            </a:endParaRPr>
          </a:p>
        </p:txBody>
      </p:sp>
      <p:sp>
        <p:nvSpPr>
          <p:cNvPr id="288" name="Google Shape;288;p47"/>
          <p:cNvSpPr/>
          <p:nvPr/>
        </p:nvSpPr>
        <p:spPr>
          <a:xfrm>
            <a:off x="279212" y="2455335"/>
            <a:ext cx="685800" cy="685800"/>
          </a:xfrm>
          <a:prstGeom prst="rect">
            <a:avLst/>
          </a:prstGeom>
          <a:solidFill>
            <a:schemeClr val="lt1"/>
          </a:solidFill>
          <a:ln cap="flat" cmpd="sng" w="19050">
            <a:solidFill>
              <a:srgbClr val="F1F3F6"/>
            </a:solidFill>
            <a:prstDash val="solid"/>
            <a:round/>
            <a:headEnd len="sm" w="sm" type="none"/>
            <a:tailEnd len="sm" w="sm" type="none"/>
          </a:ln>
        </p:spPr>
        <p:txBody>
          <a:bodyPr anchorCtr="0" anchor="ctr" bIns="45700" lIns="91425" spcFirstLastPara="1" rIns="91425" wrap="square" tIns="45700">
            <a:noAutofit/>
          </a:bodyPr>
          <a:lstStyle/>
          <a:p>
            <a:pPr indent="-91440" lvl="0" marL="91440" marR="0" rtl="0" algn="ctr">
              <a:spcBef>
                <a:spcPts val="0"/>
              </a:spcBef>
              <a:spcAft>
                <a:spcPts val="0"/>
              </a:spcAft>
              <a:buNone/>
            </a:pPr>
            <a:r>
              <a:t/>
            </a:r>
            <a:endParaRPr b="0" i="0" sz="1600">
              <a:solidFill>
                <a:schemeClr val="accent1"/>
              </a:solidFill>
              <a:latin typeface="Archivo"/>
              <a:ea typeface="Archivo"/>
              <a:cs typeface="Archivo"/>
              <a:sym typeface="Archivo"/>
            </a:endParaRPr>
          </a:p>
        </p:txBody>
      </p:sp>
      <p:sp>
        <p:nvSpPr>
          <p:cNvPr id="289" name="Google Shape;289;p47"/>
          <p:cNvSpPr/>
          <p:nvPr/>
        </p:nvSpPr>
        <p:spPr>
          <a:xfrm>
            <a:off x="1157709" y="2455335"/>
            <a:ext cx="685800" cy="685800"/>
          </a:xfrm>
          <a:prstGeom prst="rect">
            <a:avLst/>
          </a:prstGeom>
          <a:solidFill>
            <a:schemeClr val="lt1"/>
          </a:solidFill>
          <a:ln cap="flat" cmpd="sng" w="19050">
            <a:solidFill>
              <a:srgbClr val="F1F3F6"/>
            </a:solidFill>
            <a:prstDash val="solid"/>
            <a:round/>
            <a:headEnd len="sm" w="sm" type="none"/>
            <a:tailEnd len="sm" w="sm" type="none"/>
          </a:ln>
        </p:spPr>
        <p:txBody>
          <a:bodyPr anchorCtr="0" anchor="ctr" bIns="45700" lIns="91425" spcFirstLastPara="1" rIns="91425" wrap="square" tIns="45700">
            <a:noAutofit/>
          </a:bodyPr>
          <a:lstStyle/>
          <a:p>
            <a:pPr indent="-91440" lvl="0" marL="91440" marR="0" rtl="0" algn="ctr">
              <a:spcBef>
                <a:spcPts val="0"/>
              </a:spcBef>
              <a:spcAft>
                <a:spcPts val="0"/>
              </a:spcAft>
              <a:buNone/>
            </a:pPr>
            <a:r>
              <a:t/>
            </a:r>
            <a:endParaRPr b="0" i="0" sz="1600">
              <a:solidFill>
                <a:schemeClr val="accent1"/>
              </a:solidFill>
              <a:latin typeface="Archivo"/>
              <a:ea typeface="Archivo"/>
              <a:cs typeface="Archivo"/>
              <a:sym typeface="Archivo"/>
            </a:endParaRPr>
          </a:p>
        </p:txBody>
      </p:sp>
      <p:sp>
        <p:nvSpPr>
          <p:cNvPr id="290" name="Google Shape;290;p47"/>
          <p:cNvSpPr/>
          <p:nvPr/>
        </p:nvSpPr>
        <p:spPr>
          <a:xfrm>
            <a:off x="2036206" y="2455335"/>
            <a:ext cx="685800" cy="685800"/>
          </a:xfrm>
          <a:prstGeom prst="rect">
            <a:avLst/>
          </a:prstGeom>
          <a:solidFill>
            <a:schemeClr val="lt1"/>
          </a:solidFill>
          <a:ln cap="flat" cmpd="sng" w="19050">
            <a:solidFill>
              <a:srgbClr val="F1F3F6"/>
            </a:solidFill>
            <a:prstDash val="solid"/>
            <a:round/>
            <a:headEnd len="sm" w="sm" type="none"/>
            <a:tailEnd len="sm" w="sm" type="none"/>
          </a:ln>
        </p:spPr>
        <p:txBody>
          <a:bodyPr anchorCtr="0" anchor="ctr" bIns="45700" lIns="91425" spcFirstLastPara="1" rIns="91425" wrap="square" tIns="45700">
            <a:noAutofit/>
          </a:bodyPr>
          <a:lstStyle/>
          <a:p>
            <a:pPr indent="-91440" lvl="0" marL="91440" marR="0" rtl="0" algn="ctr">
              <a:spcBef>
                <a:spcPts val="0"/>
              </a:spcBef>
              <a:spcAft>
                <a:spcPts val="0"/>
              </a:spcAft>
              <a:buNone/>
            </a:pPr>
            <a:r>
              <a:t/>
            </a:r>
            <a:endParaRPr b="0" i="0" sz="1600">
              <a:solidFill>
                <a:schemeClr val="accent1"/>
              </a:solidFill>
              <a:latin typeface="Archivo"/>
              <a:ea typeface="Archivo"/>
              <a:cs typeface="Archivo"/>
              <a:sym typeface="Archivo"/>
            </a:endParaRPr>
          </a:p>
        </p:txBody>
      </p:sp>
      <p:sp>
        <p:nvSpPr>
          <p:cNvPr id="291" name="Google Shape;291;p47"/>
          <p:cNvSpPr/>
          <p:nvPr/>
        </p:nvSpPr>
        <p:spPr>
          <a:xfrm>
            <a:off x="2914703" y="2455335"/>
            <a:ext cx="685800" cy="685800"/>
          </a:xfrm>
          <a:prstGeom prst="rect">
            <a:avLst/>
          </a:prstGeom>
          <a:solidFill>
            <a:schemeClr val="lt1"/>
          </a:solidFill>
          <a:ln cap="flat" cmpd="sng" w="19050">
            <a:solidFill>
              <a:srgbClr val="F1F3F6"/>
            </a:solidFill>
            <a:prstDash val="solid"/>
            <a:round/>
            <a:headEnd len="sm" w="sm" type="none"/>
            <a:tailEnd len="sm" w="sm" type="none"/>
          </a:ln>
        </p:spPr>
        <p:txBody>
          <a:bodyPr anchorCtr="0" anchor="ctr" bIns="45700" lIns="91425" spcFirstLastPara="1" rIns="91425" wrap="square" tIns="45700">
            <a:noAutofit/>
          </a:bodyPr>
          <a:lstStyle/>
          <a:p>
            <a:pPr indent="-91440" lvl="0" marL="91440" marR="0" rtl="0" algn="ctr">
              <a:spcBef>
                <a:spcPts val="0"/>
              </a:spcBef>
              <a:spcAft>
                <a:spcPts val="0"/>
              </a:spcAft>
              <a:buNone/>
            </a:pPr>
            <a:r>
              <a:t/>
            </a:r>
            <a:endParaRPr b="0" i="0" sz="1600">
              <a:solidFill>
                <a:schemeClr val="accent1"/>
              </a:solidFill>
              <a:latin typeface="Archivo"/>
              <a:ea typeface="Archivo"/>
              <a:cs typeface="Archivo"/>
              <a:sym typeface="Archivo"/>
            </a:endParaRPr>
          </a:p>
        </p:txBody>
      </p:sp>
      <p:sp>
        <p:nvSpPr>
          <p:cNvPr id="292" name="Google Shape;292;p47"/>
          <p:cNvSpPr/>
          <p:nvPr/>
        </p:nvSpPr>
        <p:spPr>
          <a:xfrm>
            <a:off x="3793200" y="2455335"/>
            <a:ext cx="685800" cy="685800"/>
          </a:xfrm>
          <a:prstGeom prst="rect">
            <a:avLst/>
          </a:prstGeom>
          <a:solidFill>
            <a:schemeClr val="lt1"/>
          </a:solidFill>
          <a:ln cap="flat" cmpd="sng" w="19050">
            <a:solidFill>
              <a:srgbClr val="F1F3F6"/>
            </a:solidFill>
            <a:prstDash val="solid"/>
            <a:round/>
            <a:headEnd len="sm" w="sm" type="none"/>
            <a:tailEnd len="sm" w="sm" type="none"/>
          </a:ln>
        </p:spPr>
        <p:txBody>
          <a:bodyPr anchorCtr="0" anchor="ctr" bIns="45700" lIns="91425" spcFirstLastPara="1" rIns="91425" wrap="square" tIns="45700">
            <a:noAutofit/>
          </a:bodyPr>
          <a:lstStyle/>
          <a:p>
            <a:pPr indent="-91440" lvl="0" marL="91440" marR="0" rtl="0" algn="ctr">
              <a:spcBef>
                <a:spcPts val="0"/>
              </a:spcBef>
              <a:spcAft>
                <a:spcPts val="0"/>
              </a:spcAft>
              <a:buNone/>
            </a:pPr>
            <a:r>
              <a:t/>
            </a:r>
            <a:endParaRPr b="0" i="0" sz="1600">
              <a:solidFill>
                <a:schemeClr val="accent1"/>
              </a:solidFill>
              <a:latin typeface="Archivo"/>
              <a:ea typeface="Archivo"/>
              <a:cs typeface="Archivo"/>
              <a:sym typeface="Archivo"/>
            </a:endParaRPr>
          </a:p>
        </p:txBody>
      </p:sp>
      <p:sp>
        <p:nvSpPr>
          <p:cNvPr id="293" name="Google Shape;293;p47"/>
          <p:cNvSpPr/>
          <p:nvPr/>
        </p:nvSpPr>
        <p:spPr>
          <a:xfrm>
            <a:off x="4671697" y="2455335"/>
            <a:ext cx="685800" cy="685800"/>
          </a:xfrm>
          <a:prstGeom prst="rect">
            <a:avLst/>
          </a:prstGeom>
          <a:solidFill>
            <a:schemeClr val="lt1"/>
          </a:solidFill>
          <a:ln cap="flat" cmpd="sng" w="19050">
            <a:solidFill>
              <a:srgbClr val="F1F3F6"/>
            </a:solidFill>
            <a:prstDash val="solid"/>
            <a:round/>
            <a:headEnd len="sm" w="sm" type="none"/>
            <a:tailEnd len="sm" w="sm" type="none"/>
          </a:ln>
        </p:spPr>
        <p:txBody>
          <a:bodyPr anchorCtr="0" anchor="ctr" bIns="45700" lIns="91425" spcFirstLastPara="1" rIns="91425" wrap="square" tIns="45700">
            <a:noAutofit/>
          </a:bodyPr>
          <a:lstStyle/>
          <a:p>
            <a:pPr indent="-91440" lvl="0" marL="91440" marR="0" rtl="0" algn="ctr">
              <a:spcBef>
                <a:spcPts val="0"/>
              </a:spcBef>
              <a:spcAft>
                <a:spcPts val="0"/>
              </a:spcAft>
              <a:buNone/>
            </a:pPr>
            <a:r>
              <a:t/>
            </a:r>
            <a:endParaRPr b="0" i="0" sz="1600">
              <a:solidFill>
                <a:schemeClr val="accent1"/>
              </a:solidFill>
              <a:latin typeface="Archivo"/>
              <a:ea typeface="Archivo"/>
              <a:cs typeface="Archivo"/>
              <a:sym typeface="Archivo"/>
            </a:endParaRPr>
          </a:p>
        </p:txBody>
      </p:sp>
      <p:sp>
        <p:nvSpPr>
          <p:cNvPr id="294" name="Google Shape;294;p47"/>
          <p:cNvSpPr/>
          <p:nvPr/>
        </p:nvSpPr>
        <p:spPr>
          <a:xfrm>
            <a:off x="5550194" y="2455335"/>
            <a:ext cx="685800" cy="685800"/>
          </a:xfrm>
          <a:prstGeom prst="rect">
            <a:avLst/>
          </a:prstGeom>
          <a:solidFill>
            <a:schemeClr val="lt1"/>
          </a:solidFill>
          <a:ln cap="flat" cmpd="sng" w="19050">
            <a:solidFill>
              <a:srgbClr val="F1F3F6"/>
            </a:solidFill>
            <a:prstDash val="solid"/>
            <a:round/>
            <a:headEnd len="sm" w="sm" type="none"/>
            <a:tailEnd len="sm" w="sm" type="none"/>
          </a:ln>
        </p:spPr>
        <p:txBody>
          <a:bodyPr anchorCtr="0" anchor="ctr" bIns="45700" lIns="91425" spcFirstLastPara="1" rIns="91425" wrap="square" tIns="45700">
            <a:noAutofit/>
          </a:bodyPr>
          <a:lstStyle/>
          <a:p>
            <a:pPr indent="-91440" lvl="0" marL="91440" marR="0" rtl="0" algn="ctr">
              <a:spcBef>
                <a:spcPts val="0"/>
              </a:spcBef>
              <a:spcAft>
                <a:spcPts val="0"/>
              </a:spcAft>
              <a:buNone/>
            </a:pPr>
            <a:r>
              <a:t/>
            </a:r>
            <a:endParaRPr b="0" i="0" sz="1600">
              <a:solidFill>
                <a:schemeClr val="accent1"/>
              </a:solidFill>
              <a:latin typeface="Archivo"/>
              <a:ea typeface="Archivo"/>
              <a:cs typeface="Archivo"/>
              <a:sym typeface="Archivo"/>
            </a:endParaRPr>
          </a:p>
        </p:txBody>
      </p:sp>
      <p:sp>
        <p:nvSpPr>
          <p:cNvPr id="295" name="Google Shape;295;p47"/>
          <p:cNvSpPr/>
          <p:nvPr/>
        </p:nvSpPr>
        <p:spPr>
          <a:xfrm>
            <a:off x="6428691" y="2455335"/>
            <a:ext cx="685800" cy="685800"/>
          </a:xfrm>
          <a:prstGeom prst="rect">
            <a:avLst/>
          </a:prstGeom>
          <a:solidFill>
            <a:schemeClr val="lt1"/>
          </a:solidFill>
          <a:ln cap="flat" cmpd="sng" w="19050">
            <a:solidFill>
              <a:srgbClr val="F1F3F6"/>
            </a:solidFill>
            <a:prstDash val="solid"/>
            <a:round/>
            <a:headEnd len="sm" w="sm" type="none"/>
            <a:tailEnd len="sm" w="sm" type="none"/>
          </a:ln>
        </p:spPr>
        <p:txBody>
          <a:bodyPr anchorCtr="0" anchor="ctr" bIns="45700" lIns="91425" spcFirstLastPara="1" rIns="91425" wrap="square" tIns="45700">
            <a:noAutofit/>
          </a:bodyPr>
          <a:lstStyle/>
          <a:p>
            <a:pPr indent="-91440" lvl="0" marL="91440" marR="0" rtl="0" algn="ctr">
              <a:spcBef>
                <a:spcPts val="0"/>
              </a:spcBef>
              <a:spcAft>
                <a:spcPts val="0"/>
              </a:spcAft>
              <a:buNone/>
            </a:pPr>
            <a:r>
              <a:t/>
            </a:r>
            <a:endParaRPr b="0" i="0" sz="1600">
              <a:solidFill>
                <a:schemeClr val="accent1"/>
              </a:solidFill>
              <a:latin typeface="Archivo"/>
              <a:ea typeface="Archivo"/>
              <a:cs typeface="Archivo"/>
              <a:sym typeface="Archivo"/>
            </a:endParaRPr>
          </a:p>
        </p:txBody>
      </p:sp>
      <p:sp>
        <p:nvSpPr>
          <p:cNvPr id="296" name="Google Shape;296;p47"/>
          <p:cNvSpPr/>
          <p:nvPr/>
        </p:nvSpPr>
        <p:spPr>
          <a:xfrm>
            <a:off x="7307188" y="2455335"/>
            <a:ext cx="685800" cy="685800"/>
          </a:xfrm>
          <a:prstGeom prst="rect">
            <a:avLst/>
          </a:prstGeom>
          <a:solidFill>
            <a:schemeClr val="lt1"/>
          </a:solidFill>
          <a:ln cap="flat" cmpd="sng" w="19050">
            <a:solidFill>
              <a:srgbClr val="F1F3F6"/>
            </a:solidFill>
            <a:prstDash val="solid"/>
            <a:round/>
            <a:headEnd len="sm" w="sm" type="none"/>
            <a:tailEnd len="sm" w="sm" type="none"/>
          </a:ln>
        </p:spPr>
        <p:txBody>
          <a:bodyPr anchorCtr="0" anchor="ctr" bIns="45700" lIns="91425" spcFirstLastPara="1" rIns="91425" wrap="square" tIns="45700">
            <a:noAutofit/>
          </a:bodyPr>
          <a:lstStyle/>
          <a:p>
            <a:pPr indent="-91440" lvl="0" marL="91440" marR="0" rtl="0" algn="ctr">
              <a:spcBef>
                <a:spcPts val="0"/>
              </a:spcBef>
              <a:spcAft>
                <a:spcPts val="0"/>
              </a:spcAft>
              <a:buNone/>
            </a:pPr>
            <a:r>
              <a:t/>
            </a:r>
            <a:endParaRPr b="0" i="0" sz="1600">
              <a:solidFill>
                <a:schemeClr val="accent1"/>
              </a:solidFill>
              <a:latin typeface="Archivo"/>
              <a:ea typeface="Archivo"/>
              <a:cs typeface="Archivo"/>
              <a:sym typeface="Archivo"/>
            </a:endParaRPr>
          </a:p>
        </p:txBody>
      </p:sp>
      <p:sp>
        <p:nvSpPr>
          <p:cNvPr id="297" name="Google Shape;297;p47"/>
          <p:cNvSpPr/>
          <p:nvPr/>
        </p:nvSpPr>
        <p:spPr>
          <a:xfrm>
            <a:off x="8185681" y="2455335"/>
            <a:ext cx="685800" cy="685800"/>
          </a:xfrm>
          <a:prstGeom prst="rect">
            <a:avLst/>
          </a:prstGeom>
          <a:solidFill>
            <a:schemeClr val="lt1"/>
          </a:solidFill>
          <a:ln cap="flat" cmpd="sng" w="19050">
            <a:solidFill>
              <a:srgbClr val="F1F3F6"/>
            </a:solidFill>
            <a:prstDash val="solid"/>
            <a:round/>
            <a:headEnd len="sm" w="sm" type="none"/>
            <a:tailEnd len="sm" w="sm" type="none"/>
          </a:ln>
        </p:spPr>
        <p:txBody>
          <a:bodyPr anchorCtr="0" anchor="ctr" bIns="45700" lIns="91425" spcFirstLastPara="1" rIns="91425" wrap="square" tIns="45700">
            <a:noAutofit/>
          </a:bodyPr>
          <a:lstStyle/>
          <a:p>
            <a:pPr indent="-91440" lvl="0" marL="91440" marR="0" rtl="0" algn="ctr">
              <a:spcBef>
                <a:spcPts val="0"/>
              </a:spcBef>
              <a:spcAft>
                <a:spcPts val="0"/>
              </a:spcAft>
              <a:buNone/>
            </a:pPr>
            <a:r>
              <a:t/>
            </a:r>
            <a:endParaRPr b="0" i="0" sz="1600">
              <a:solidFill>
                <a:schemeClr val="accent1"/>
              </a:solidFill>
              <a:latin typeface="Archivo"/>
              <a:ea typeface="Archivo"/>
              <a:cs typeface="Archivo"/>
              <a:sym typeface="Archivo"/>
            </a:endParaRPr>
          </a:p>
        </p:txBody>
      </p:sp>
      <p:sp>
        <p:nvSpPr>
          <p:cNvPr id="298" name="Google Shape;298;p47"/>
          <p:cNvSpPr/>
          <p:nvPr/>
        </p:nvSpPr>
        <p:spPr>
          <a:xfrm>
            <a:off x="279212" y="3755189"/>
            <a:ext cx="685800" cy="685800"/>
          </a:xfrm>
          <a:prstGeom prst="rect">
            <a:avLst/>
          </a:prstGeom>
          <a:solidFill>
            <a:schemeClr val="lt1"/>
          </a:solidFill>
          <a:ln cap="flat" cmpd="sng" w="19050">
            <a:solidFill>
              <a:srgbClr val="F1F3F6"/>
            </a:solidFill>
            <a:prstDash val="solid"/>
            <a:round/>
            <a:headEnd len="sm" w="sm" type="none"/>
            <a:tailEnd len="sm" w="sm" type="none"/>
          </a:ln>
        </p:spPr>
        <p:txBody>
          <a:bodyPr anchorCtr="0" anchor="ctr" bIns="45700" lIns="91425" spcFirstLastPara="1" rIns="91425" wrap="square" tIns="45700">
            <a:noAutofit/>
          </a:bodyPr>
          <a:lstStyle/>
          <a:p>
            <a:pPr indent="-91440" lvl="0" marL="91440" marR="0" rtl="0" algn="ctr">
              <a:spcBef>
                <a:spcPts val="0"/>
              </a:spcBef>
              <a:spcAft>
                <a:spcPts val="0"/>
              </a:spcAft>
              <a:buNone/>
            </a:pPr>
            <a:r>
              <a:t/>
            </a:r>
            <a:endParaRPr b="0" i="0" sz="1600">
              <a:solidFill>
                <a:schemeClr val="accent1"/>
              </a:solidFill>
              <a:latin typeface="Archivo"/>
              <a:ea typeface="Archivo"/>
              <a:cs typeface="Archivo"/>
              <a:sym typeface="Archivo"/>
            </a:endParaRPr>
          </a:p>
        </p:txBody>
      </p:sp>
      <p:sp>
        <p:nvSpPr>
          <p:cNvPr id="299" name="Google Shape;299;p47"/>
          <p:cNvSpPr/>
          <p:nvPr/>
        </p:nvSpPr>
        <p:spPr>
          <a:xfrm>
            <a:off x="1157709" y="3755189"/>
            <a:ext cx="685800" cy="685800"/>
          </a:xfrm>
          <a:prstGeom prst="rect">
            <a:avLst/>
          </a:prstGeom>
          <a:solidFill>
            <a:schemeClr val="lt1"/>
          </a:solidFill>
          <a:ln cap="flat" cmpd="sng" w="19050">
            <a:solidFill>
              <a:srgbClr val="F1F3F6"/>
            </a:solidFill>
            <a:prstDash val="solid"/>
            <a:round/>
            <a:headEnd len="sm" w="sm" type="none"/>
            <a:tailEnd len="sm" w="sm" type="none"/>
          </a:ln>
        </p:spPr>
        <p:txBody>
          <a:bodyPr anchorCtr="0" anchor="ctr" bIns="45700" lIns="91425" spcFirstLastPara="1" rIns="91425" wrap="square" tIns="45700">
            <a:noAutofit/>
          </a:bodyPr>
          <a:lstStyle/>
          <a:p>
            <a:pPr indent="-91440" lvl="0" marL="91440" marR="0" rtl="0" algn="ctr">
              <a:spcBef>
                <a:spcPts val="0"/>
              </a:spcBef>
              <a:spcAft>
                <a:spcPts val="0"/>
              </a:spcAft>
              <a:buNone/>
            </a:pPr>
            <a:r>
              <a:t/>
            </a:r>
            <a:endParaRPr b="0" i="0" sz="1600">
              <a:solidFill>
                <a:schemeClr val="accent1"/>
              </a:solidFill>
              <a:latin typeface="Archivo"/>
              <a:ea typeface="Archivo"/>
              <a:cs typeface="Archivo"/>
              <a:sym typeface="Archivo"/>
            </a:endParaRPr>
          </a:p>
        </p:txBody>
      </p:sp>
      <p:sp>
        <p:nvSpPr>
          <p:cNvPr id="300" name="Google Shape;300;p47"/>
          <p:cNvSpPr/>
          <p:nvPr/>
        </p:nvSpPr>
        <p:spPr>
          <a:xfrm>
            <a:off x="2036206" y="3755189"/>
            <a:ext cx="685800" cy="685800"/>
          </a:xfrm>
          <a:prstGeom prst="rect">
            <a:avLst/>
          </a:prstGeom>
          <a:solidFill>
            <a:schemeClr val="lt1"/>
          </a:solidFill>
          <a:ln cap="flat" cmpd="sng" w="19050">
            <a:solidFill>
              <a:srgbClr val="F1F3F6"/>
            </a:solidFill>
            <a:prstDash val="solid"/>
            <a:round/>
            <a:headEnd len="sm" w="sm" type="none"/>
            <a:tailEnd len="sm" w="sm" type="none"/>
          </a:ln>
        </p:spPr>
        <p:txBody>
          <a:bodyPr anchorCtr="0" anchor="ctr" bIns="45700" lIns="91425" spcFirstLastPara="1" rIns="91425" wrap="square" tIns="45700">
            <a:noAutofit/>
          </a:bodyPr>
          <a:lstStyle/>
          <a:p>
            <a:pPr indent="-91440" lvl="0" marL="91440" marR="0" rtl="0" algn="ctr">
              <a:spcBef>
                <a:spcPts val="0"/>
              </a:spcBef>
              <a:spcAft>
                <a:spcPts val="0"/>
              </a:spcAft>
              <a:buNone/>
            </a:pPr>
            <a:r>
              <a:t/>
            </a:r>
            <a:endParaRPr b="0" i="0" sz="1600">
              <a:solidFill>
                <a:schemeClr val="accent1"/>
              </a:solidFill>
              <a:latin typeface="Archivo"/>
              <a:ea typeface="Archivo"/>
              <a:cs typeface="Archivo"/>
              <a:sym typeface="Archivo"/>
            </a:endParaRPr>
          </a:p>
        </p:txBody>
      </p:sp>
      <p:sp>
        <p:nvSpPr>
          <p:cNvPr id="301" name="Google Shape;301;p47"/>
          <p:cNvSpPr/>
          <p:nvPr/>
        </p:nvSpPr>
        <p:spPr>
          <a:xfrm>
            <a:off x="2914703" y="3755189"/>
            <a:ext cx="685800" cy="685800"/>
          </a:xfrm>
          <a:prstGeom prst="rect">
            <a:avLst/>
          </a:prstGeom>
          <a:solidFill>
            <a:schemeClr val="lt1"/>
          </a:solidFill>
          <a:ln cap="flat" cmpd="sng" w="19050">
            <a:solidFill>
              <a:srgbClr val="F1F3F6"/>
            </a:solidFill>
            <a:prstDash val="solid"/>
            <a:round/>
            <a:headEnd len="sm" w="sm" type="none"/>
            <a:tailEnd len="sm" w="sm" type="none"/>
          </a:ln>
        </p:spPr>
        <p:txBody>
          <a:bodyPr anchorCtr="0" anchor="ctr" bIns="45700" lIns="91425" spcFirstLastPara="1" rIns="91425" wrap="square" tIns="45700">
            <a:noAutofit/>
          </a:bodyPr>
          <a:lstStyle/>
          <a:p>
            <a:pPr indent="-91440" lvl="0" marL="91440" marR="0" rtl="0" algn="ctr">
              <a:spcBef>
                <a:spcPts val="0"/>
              </a:spcBef>
              <a:spcAft>
                <a:spcPts val="0"/>
              </a:spcAft>
              <a:buNone/>
            </a:pPr>
            <a:r>
              <a:t/>
            </a:r>
            <a:endParaRPr b="0" i="0" sz="1600">
              <a:solidFill>
                <a:schemeClr val="accent1"/>
              </a:solidFill>
              <a:latin typeface="Archivo"/>
              <a:ea typeface="Archivo"/>
              <a:cs typeface="Archivo"/>
              <a:sym typeface="Archivo"/>
            </a:endParaRPr>
          </a:p>
        </p:txBody>
      </p:sp>
      <p:sp>
        <p:nvSpPr>
          <p:cNvPr id="302" name="Google Shape;302;p47"/>
          <p:cNvSpPr/>
          <p:nvPr/>
        </p:nvSpPr>
        <p:spPr>
          <a:xfrm>
            <a:off x="3793200" y="3755189"/>
            <a:ext cx="685800" cy="685800"/>
          </a:xfrm>
          <a:prstGeom prst="rect">
            <a:avLst/>
          </a:prstGeom>
          <a:solidFill>
            <a:schemeClr val="lt1"/>
          </a:solidFill>
          <a:ln cap="flat" cmpd="sng" w="19050">
            <a:solidFill>
              <a:srgbClr val="F1F3F6"/>
            </a:solidFill>
            <a:prstDash val="solid"/>
            <a:round/>
            <a:headEnd len="sm" w="sm" type="none"/>
            <a:tailEnd len="sm" w="sm" type="none"/>
          </a:ln>
        </p:spPr>
        <p:txBody>
          <a:bodyPr anchorCtr="0" anchor="ctr" bIns="45700" lIns="91425" spcFirstLastPara="1" rIns="91425" wrap="square" tIns="45700">
            <a:noAutofit/>
          </a:bodyPr>
          <a:lstStyle/>
          <a:p>
            <a:pPr indent="-91440" lvl="0" marL="91440" marR="0" rtl="0" algn="ctr">
              <a:spcBef>
                <a:spcPts val="0"/>
              </a:spcBef>
              <a:spcAft>
                <a:spcPts val="0"/>
              </a:spcAft>
              <a:buNone/>
            </a:pPr>
            <a:r>
              <a:t/>
            </a:r>
            <a:endParaRPr b="0" i="0" sz="1600">
              <a:solidFill>
                <a:schemeClr val="accent1"/>
              </a:solidFill>
              <a:latin typeface="Archivo"/>
              <a:ea typeface="Archivo"/>
              <a:cs typeface="Archivo"/>
              <a:sym typeface="Archivo"/>
            </a:endParaRPr>
          </a:p>
        </p:txBody>
      </p:sp>
      <p:sp>
        <p:nvSpPr>
          <p:cNvPr id="303" name="Google Shape;303;p47"/>
          <p:cNvSpPr/>
          <p:nvPr/>
        </p:nvSpPr>
        <p:spPr>
          <a:xfrm>
            <a:off x="4671697" y="3755189"/>
            <a:ext cx="685800" cy="685800"/>
          </a:xfrm>
          <a:prstGeom prst="rect">
            <a:avLst/>
          </a:prstGeom>
          <a:solidFill>
            <a:schemeClr val="lt1"/>
          </a:solidFill>
          <a:ln cap="flat" cmpd="sng" w="19050">
            <a:solidFill>
              <a:srgbClr val="F1F3F6"/>
            </a:solidFill>
            <a:prstDash val="solid"/>
            <a:round/>
            <a:headEnd len="sm" w="sm" type="none"/>
            <a:tailEnd len="sm" w="sm" type="none"/>
          </a:ln>
        </p:spPr>
        <p:txBody>
          <a:bodyPr anchorCtr="0" anchor="ctr" bIns="45700" lIns="91425" spcFirstLastPara="1" rIns="91425" wrap="square" tIns="45700">
            <a:noAutofit/>
          </a:bodyPr>
          <a:lstStyle/>
          <a:p>
            <a:pPr indent="-91440" lvl="0" marL="91440" marR="0" rtl="0" algn="ctr">
              <a:spcBef>
                <a:spcPts val="0"/>
              </a:spcBef>
              <a:spcAft>
                <a:spcPts val="0"/>
              </a:spcAft>
              <a:buNone/>
            </a:pPr>
            <a:r>
              <a:t/>
            </a:r>
            <a:endParaRPr b="0" i="0" sz="1600">
              <a:solidFill>
                <a:schemeClr val="accent1"/>
              </a:solidFill>
              <a:latin typeface="Archivo"/>
              <a:ea typeface="Archivo"/>
              <a:cs typeface="Archivo"/>
              <a:sym typeface="Archivo"/>
            </a:endParaRPr>
          </a:p>
        </p:txBody>
      </p:sp>
      <p:sp>
        <p:nvSpPr>
          <p:cNvPr id="304" name="Google Shape;304;p47"/>
          <p:cNvSpPr/>
          <p:nvPr/>
        </p:nvSpPr>
        <p:spPr>
          <a:xfrm>
            <a:off x="5550194" y="3755189"/>
            <a:ext cx="685800" cy="685800"/>
          </a:xfrm>
          <a:prstGeom prst="rect">
            <a:avLst/>
          </a:prstGeom>
          <a:solidFill>
            <a:schemeClr val="lt1"/>
          </a:solidFill>
          <a:ln cap="flat" cmpd="sng" w="19050">
            <a:solidFill>
              <a:srgbClr val="F1F3F6"/>
            </a:solidFill>
            <a:prstDash val="solid"/>
            <a:round/>
            <a:headEnd len="sm" w="sm" type="none"/>
            <a:tailEnd len="sm" w="sm" type="none"/>
          </a:ln>
        </p:spPr>
        <p:txBody>
          <a:bodyPr anchorCtr="0" anchor="ctr" bIns="45700" lIns="91425" spcFirstLastPara="1" rIns="91425" wrap="square" tIns="45700">
            <a:noAutofit/>
          </a:bodyPr>
          <a:lstStyle/>
          <a:p>
            <a:pPr indent="-91440" lvl="0" marL="91440" marR="0" rtl="0" algn="ctr">
              <a:spcBef>
                <a:spcPts val="0"/>
              </a:spcBef>
              <a:spcAft>
                <a:spcPts val="0"/>
              </a:spcAft>
              <a:buNone/>
            </a:pPr>
            <a:r>
              <a:t/>
            </a:r>
            <a:endParaRPr b="0" i="0" sz="1600">
              <a:solidFill>
                <a:schemeClr val="accent1"/>
              </a:solidFill>
              <a:latin typeface="Archivo"/>
              <a:ea typeface="Archivo"/>
              <a:cs typeface="Archivo"/>
              <a:sym typeface="Archivo"/>
            </a:endParaRPr>
          </a:p>
        </p:txBody>
      </p:sp>
      <p:sp>
        <p:nvSpPr>
          <p:cNvPr id="305" name="Google Shape;305;p47"/>
          <p:cNvSpPr/>
          <p:nvPr/>
        </p:nvSpPr>
        <p:spPr>
          <a:xfrm>
            <a:off x="6428691" y="3755189"/>
            <a:ext cx="685800" cy="685800"/>
          </a:xfrm>
          <a:prstGeom prst="rect">
            <a:avLst/>
          </a:prstGeom>
          <a:solidFill>
            <a:schemeClr val="lt1"/>
          </a:solidFill>
          <a:ln cap="flat" cmpd="sng" w="19050">
            <a:solidFill>
              <a:srgbClr val="F1F3F6"/>
            </a:solidFill>
            <a:prstDash val="solid"/>
            <a:round/>
            <a:headEnd len="sm" w="sm" type="none"/>
            <a:tailEnd len="sm" w="sm" type="none"/>
          </a:ln>
        </p:spPr>
        <p:txBody>
          <a:bodyPr anchorCtr="0" anchor="ctr" bIns="45700" lIns="91425" spcFirstLastPara="1" rIns="91425" wrap="square" tIns="45700">
            <a:noAutofit/>
          </a:bodyPr>
          <a:lstStyle/>
          <a:p>
            <a:pPr indent="-91440" lvl="0" marL="91440" marR="0" rtl="0" algn="ctr">
              <a:spcBef>
                <a:spcPts val="0"/>
              </a:spcBef>
              <a:spcAft>
                <a:spcPts val="0"/>
              </a:spcAft>
              <a:buNone/>
            </a:pPr>
            <a:r>
              <a:t/>
            </a:r>
            <a:endParaRPr b="0" i="0" sz="1600">
              <a:solidFill>
                <a:schemeClr val="accent1"/>
              </a:solidFill>
              <a:latin typeface="Archivo"/>
              <a:ea typeface="Archivo"/>
              <a:cs typeface="Archivo"/>
              <a:sym typeface="Archivo"/>
            </a:endParaRPr>
          </a:p>
        </p:txBody>
      </p:sp>
      <p:sp>
        <p:nvSpPr>
          <p:cNvPr id="306" name="Google Shape;306;p47"/>
          <p:cNvSpPr/>
          <p:nvPr/>
        </p:nvSpPr>
        <p:spPr>
          <a:xfrm>
            <a:off x="7307188" y="3755189"/>
            <a:ext cx="685800" cy="685800"/>
          </a:xfrm>
          <a:prstGeom prst="rect">
            <a:avLst/>
          </a:prstGeom>
          <a:solidFill>
            <a:schemeClr val="lt1"/>
          </a:solidFill>
          <a:ln cap="flat" cmpd="sng" w="19050">
            <a:solidFill>
              <a:srgbClr val="F1F3F6"/>
            </a:solidFill>
            <a:prstDash val="solid"/>
            <a:round/>
            <a:headEnd len="sm" w="sm" type="none"/>
            <a:tailEnd len="sm" w="sm" type="none"/>
          </a:ln>
        </p:spPr>
        <p:txBody>
          <a:bodyPr anchorCtr="0" anchor="ctr" bIns="45700" lIns="91425" spcFirstLastPara="1" rIns="91425" wrap="square" tIns="45700">
            <a:noAutofit/>
          </a:bodyPr>
          <a:lstStyle/>
          <a:p>
            <a:pPr indent="-91440" lvl="0" marL="91440" marR="0" rtl="0" algn="ctr">
              <a:spcBef>
                <a:spcPts val="0"/>
              </a:spcBef>
              <a:spcAft>
                <a:spcPts val="0"/>
              </a:spcAft>
              <a:buNone/>
            </a:pPr>
            <a:r>
              <a:t/>
            </a:r>
            <a:endParaRPr b="0" i="0" sz="1600">
              <a:solidFill>
                <a:schemeClr val="accent1"/>
              </a:solidFill>
              <a:latin typeface="Archivo"/>
              <a:ea typeface="Archivo"/>
              <a:cs typeface="Archivo"/>
              <a:sym typeface="Archivo"/>
            </a:endParaRPr>
          </a:p>
        </p:txBody>
      </p:sp>
      <p:sp>
        <p:nvSpPr>
          <p:cNvPr id="307" name="Google Shape;307;p47"/>
          <p:cNvSpPr/>
          <p:nvPr/>
        </p:nvSpPr>
        <p:spPr>
          <a:xfrm>
            <a:off x="8185681" y="3755189"/>
            <a:ext cx="685800" cy="685800"/>
          </a:xfrm>
          <a:prstGeom prst="rect">
            <a:avLst/>
          </a:prstGeom>
          <a:solidFill>
            <a:schemeClr val="lt1"/>
          </a:solidFill>
          <a:ln cap="flat" cmpd="sng" w="19050">
            <a:solidFill>
              <a:srgbClr val="F1F3F6"/>
            </a:solidFill>
            <a:prstDash val="solid"/>
            <a:round/>
            <a:headEnd len="sm" w="sm" type="none"/>
            <a:tailEnd len="sm" w="sm" type="none"/>
          </a:ln>
        </p:spPr>
        <p:txBody>
          <a:bodyPr anchorCtr="0" anchor="ctr" bIns="45700" lIns="91425" spcFirstLastPara="1" rIns="91425" wrap="square" tIns="45700">
            <a:noAutofit/>
          </a:bodyPr>
          <a:lstStyle/>
          <a:p>
            <a:pPr indent="-91440" lvl="0" marL="91440" marR="0" rtl="0" algn="ctr">
              <a:spcBef>
                <a:spcPts val="0"/>
              </a:spcBef>
              <a:spcAft>
                <a:spcPts val="0"/>
              </a:spcAft>
              <a:buNone/>
            </a:pPr>
            <a:r>
              <a:t/>
            </a:r>
            <a:endParaRPr b="0" i="0" sz="1600">
              <a:solidFill>
                <a:schemeClr val="accent1"/>
              </a:solidFill>
              <a:latin typeface="Archivo"/>
              <a:ea typeface="Archivo"/>
              <a:cs typeface="Archivo"/>
              <a:sym typeface="Archivo"/>
            </a:endParaRPr>
          </a:p>
        </p:txBody>
      </p:sp>
      <p:sp>
        <p:nvSpPr>
          <p:cNvPr id="308" name="Google Shape;308;p47"/>
          <p:cNvSpPr/>
          <p:nvPr/>
        </p:nvSpPr>
        <p:spPr>
          <a:xfrm>
            <a:off x="279212" y="1140991"/>
            <a:ext cx="685800" cy="685800"/>
          </a:xfrm>
          <a:prstGeom prst="rect">
            <a:avLst/>
          </a:prstGeom>
          <a:solidFill>
            <a:schemeClr val="lt1"/>
          </a:solidFill>
          <a:ln cap="flat" cmpd="sng" w="19050">
            <a:solidFill>
              <a:srgbClr val="F1F3F6"/>
            </a:solidFill>
            <a:prstDash val="solid"/>
            <a:round/>
            <a:headEnd len="sm" w="sm" type="none"/>
            <a:tailEnd len="sm" w="sm" type="none"/>
          </a:ln>
        </p:spPr>
        <p:txBody>
          <a:bodyPr anchorCtr="0" anchor="ctr" bIns="45700" lIns="91425" spcFirstLastPara="1" rIns="91425" wrap="square" tIns="45700">
            <a:noAutofit/>
          </a:bodyPr>
          <a:lstStyle/>
          <a:p>
            <a:pPr indent="-91440" lvl="0" marL="91440" marR="0" rtl="0" algn="ctr">
              <a:spcBef>
                <a:spcPts val="0"/>
              </a:spcBef>
              <a:spcAft>
                <a:spcPts val="0"/>
              </a:spcAft>
              <a:buNone/>
            </a:pPr>
            <a:r>
              <a:t/>
            </a:r>
            <a:endParaRPr b="0" i="0" sz="1600">
              <a:solidFill>
                <a:schemeClr val="accent1"/>
              </a:solidFill>
              <a:latin typeface="Archivo"/>
              <a:ea typeface="Archivo"/>
              <a:cs typeface="Archivo"/>
              <a:sym typeface="Archivo"/>
            </a:endParaRPr>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Headline">
  <p:cSld name="1/2_Headline">
    <p:spTree>
      <p:nvGrpSpPr>
        <p:cNvPr id="309" name="Shape 309"/>
        <p:cNvGrpSpPr/>
        <p:nvPr/>
      </p:nvGrpSpPr>
      <p:grpSpPr>
        <a:xfrm>
          <a:off x="0" y="0"/>
          <a:ext cx="0" cy="0"/>
          <a:chOff x="0" y="0"/>
          <a:chExt cx="0" cy="0"/>
        </a:xfrm>
      </p:grpSpPr>
      <p:sp>
        <p:nvSpPr>
          <p:cNvPr id="310" name="Google Shape;310;p48"/>
          <p:cNvSpPr txBox="1"/>
          <p:nvPr>
            <p:ph idx="11" type="ftr"/>
          </p:nvPr>
        </p:nvSpPr>
        <p:spPr>
          <a:xfrm>
            <a:off x="27432" y="4818888"/>
            <a:ext cx="3086100" cy="274637"/>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800">
                <a:solidFill>
                  <a:srgbClr val="7D8B99"/>
                </a:solidFill>
                <a:latin typeface="Archivo"/>
                <a:ea typeface="Archivo"/>
                <a:cs typeface="Archivo"/>
                <a:sym typeface="Archivo"/>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311" name="Google Shape;311;p48"/>
          <p:cNvSpPr txBox="1"/>
          <p:nvPr>
            <p:ph type="title"/>
          </p:nvPr>
        </p:nvSpPr>
        <p:spPr>
          <a:xfrm>
            <a:off x="457200" y="374904"/>
            <a:ext cx="3383280" cy="867930"/>
          </a:xfrm>
          <a:prstGeom prst="rect">
            <a:avLst/>
          </a:prstGeom>
          <a:noFill/>
          <a:ln>
            <a:noFill/>
          </a:ln>
        </p:spPr>
        <p:txBody>
          <a:bodyPr anchorCtr="0" anchor="t" bIns="45700" lIns="91425" spcFirstLastPara="1" rIns="91425" wrap="square" tIns="45700">
            <a:spAutoFit/>
          </a:bodyPr>
          <a:lstStyle>
            <a:lvl1pPr lvl="0" algn="l">
              <a:lnSpc>
                <a:spcPct val="90000"/>
              </a:lnSpc>
              <a:spcBef>
                <a:spcPts val="0"/>
              </a:spcBef>
              <a:spcAft>
                <a:spcPts val="0"/>
              </a:spcAft>
              <a:buClr>
                <a:srgbClr val="0F2E66"/>
              </a:buClr>
              <a:buSzPts val="2800"/>
              <a:buFont typeface="Archivo"/>
              <a:buNone/>
              <a:defRPr b="1" sz="2800">
                <a:solidFill>
                  <a:srgbClr val="0F2E66"/>
                </a:solidFill>
                <a:latin typeface="Archivo"/>
                <a:ea typeface="Archivo"/>
                <a:cs typeface="Archivo"/>
                <a:sym typeface="Archiv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hite Background">
  <p:cSld name="Blank White Background">
    <p:spTree>
      <p:nvGrpSpPr>
        <p:cNvPr id="312" name="Shape 312"/>
        <p:cNvGrpSpPr/>
        <p:nvPr/>
      </p:nvGrpSpPr>
      <p:grpSpPr>
        <a:xfrm>
          <a:off x="0" y="0"/>
          <a:ext cx="0" cy="0"/>
          <a:chOff x="0" y="0"/>
          <a:chExt cx="0" cy="0"/>
        </a:xfrm>
      </p:grpSpPr>
      <p:sp>
        <p:nvSpPr>
          <p:cNvPr id="313" name="Google Shape;313;p49"/>
          <p:cNvSpPr txBox="1"/>
          <p:nvPr>
            <p:ph idx="11" type="ftr"/>
          </p:nvPr>
        </p:nvSpPr>
        <p:spPr>
          <a:xfrm>
            <a:off x="27432" y="4818888"/>
            <a:ext cx="3086100" cy="274637"/>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800">
                <a:solidFill>
                  <a:srgbClr val="7D8B99"/>
                </a:solidFill>
                <a:latin typeface="Archivo"/>
                <a:ea typeface="Archivo"/>
                <a:cs typeface="Archivo"/>
                <a:sym typeface="Archivo"/>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Relationship Id="rId14" Type="http://schemas.openxmlformats.org/officeDocument/2006/relationships/slideLayout" Target="../slideLayouts/slideLayout25.xml"/><Relationship Id="rId15" Type="http://schemas.openxmlformats.org/officeDocument/2006/relationships/slideLayout" Target="../slideLayouts/slideLayout26.xml"/><Relationship Id="rId16" Type="http://schemas.openxmlformats.org/officeDocument/2006/relationships/slideLayout" Target="../slideLayouts/slideLayout27.xml"/><Relationship Id="rId17" Type="http://schemas.openxmlformats.org/officeDocument/2006/relationships/slideLayout" Target="../slideLayouts/slideLayout28.xml"/><Relationship Id="rId18" Type="http://schemas.openxmlformats.org/officeDocument/2006/relationships/theme" Target="../theme/theme3.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slideLayout" Target="../slideLayouts/slideLayout30.xml"/><Relationship Id="rId3" Type="http://schemas.openxmlformats.org/officeDocument/2006/relationships/slideLayout" Target="../slideLayouts/slideLayout31.xml"/><Relationship Id="rId4" Type="http://schemas.openxmlformats.org/officeDocument/2006/relationships/slideLayout" Target="../slideLayouts/slideLayout32.xml"/><Relationship Id="rId5" Type="http://schemas.openxmlformats.org/officeDocument/2006/relationships/slideLayout" Target="../slideLayouts/slideLayout33.xml"/><Relationship Id="rId6" Type="http://schemas.openxmlformats.org/officeDocument/2006/relationships/slideLayout" Target="../slideLayouts/slideLayout34.xml"/><Relationship Id="rId7" Type="http://schemas.openxmlformats.org/officeDocument/2006/relationships/slideLayout" Target="../slideLayouts/slideLayout35.xml"/><Relationship Id="rId8" Type="http://schemas.openxmlformats.org/officeDocument/2006/relationships/slideLayout" Target="../slideLayouts/slideLayout36.xml"/><Relationship Id="rId9" Type="http://schemas.openxmlformats.org/officeDocument/2006/relationships/slideLayout" Target="../slideLayouts/slideLayout37.xml"/><Relationship Id="rId10" Type="http://schemas.openxmlformats.org/officeDocument/2006/relationships/slideLayout" Target="../slideLayouts/slideLayout38.xml"/><Relationship Id="rId11" Type="http://schemas.openxmlformats.org/officeDocument/2006/relationships/slideLayout" Target="../slideLayouts/slideLayout39.xml"/><Relationship Id="rId12" Type="http://schemas.openxmlformats.org/officeDocument/2006/relationships/slideLayout" Target="../slideLayouts/slideLayout40.xml"/><Relationship Id="rId13" Type="http://schemas.openxmlformats.org/officeDocument/2006/relationships/slideLayout" Target="../slideLayouts/slideLayout41.xml"/><Relationship Id="rId14" Type="http://schemas.openxmlformats.org/officeDocument/2006/relationships/slideLayout" Target="../slideLayouts/slideLayout42.xml"/><Relationship Id="rId15" Type="http://schemas.openxmlformats.org/officeDocument/2006/relationships/slideLayout" Target="../slideLayouts/slideLayout43.xml"/><Relationship Id="rId16" Type="http://schemas.openxmlformats.org/officeDocument/2006/relationships/slideLayout" Target="../slideLayouts/slideLayout44.xml"/><Relationship Id="rId17" Type="http://schemas.openxmlformats.org/officeDocument/2006/relationships/slideLayout" Target="../slideLayouts/slideLayout45.xml"/><Relationship Id="rId18" Type="http://schemas.openxmlformats.org/officeDocument/2006/relationships/slideLayout" Target="../slideLayouts/slideLayout46.xml"/><Relationship Id="rId19"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476250" y="137160"/>
            <a:ext cx="8193024" cy="868680"/>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Clr>
                <a:srgbClr val="0F2E66"/>
              </a:buClr>
              <a:buSzPts val="2800"/>
              <a:buFont typeface="Archivo"/>
              <a:buNone/>
              <a:defRPr b="1" i="0" sz="2800" u="none" cap="none" strike="noStrike">
                <a:solidFill>
                  <a:srgbClr val="0F2E66"/>
                </a:solidFill>
                <a:latin typeface="Archivo"/>
                <a:ea typeface="Archivo"/>
                <a:cs typeface="Archivo"/>
                <a:sym typeface="Archiv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2" name="Google Shape;52;p13"/>
          <p:cNvSpPr txBox="1"/>
          <p:nvPr>
            <p:ph idx="1" type="body"/>
          </p:nvPr>
        </p:nvSpPr>
        <p:spPr>
          <a:xfrm>
            <a:off x="476250" y="1225899"/>
            <a:ext cx="8191500" cy="3417541"/>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00000"/>
              </a:lnSpc>
              <a:spcBef>
                <a:spcPts val="600"/>
              </a:spcBef>
              <a:spcAft>
                <a:spcPts val="0"/>
              </a:spcAft>
              <a:buClr>
                <a:srgbClr val="0F2E66"/>
              </a:buClr>
              <a:buSzPts val="1800"/>
              <a:buFont typeface="Arial"/>
              <a:buNone/>
              <a:defRPr b="0" i="0" sz="1800" u="none" cap="none" strike="noStrike">
                <a:solidFill>
                  <a:srgbClr val="0F2E66"/>
                </a:solidFill>
                <a:latin typeface="Archivo"/>
                <a:ea typeface="Archivo"/>
                <a:cs typeface="Archivo"/>
                <a:sym typeface="Archivo"/>
              </a:defRPr>
            </a:lvl1pPr>
            <a:lvl2pPr indent="-228600" lvl="1" marL="914400" marR="0" rtl="0" algn="l">
              <a:lnSpc>
                <a:spcPct val="100000"/>
              </a:lnSpc>
              <a:spcBef>
                <a:spcPts val="600"/>
              </a:spcBef>
              <a:spcAft>
                <a:spcPts val="0"/>
              </a:spcAft>
              <a:buClr>
                <a:srgbClr val="0F2E66"/>
              </a:buClr>
              <a:buSzPts val="1800"/>
              <a:buFont typeface="Arial"/>
              <a:buNone/>
              <a:defRPr b="0" i="0" sz="1800" u="none" cap="none" strike="noStrike">
                <a:solidFill>
                  <a:srgbClr val="0F2E66"/>
                </a:solidFill>
                <a:latin typeface="Archivo"/>
                <a:ea typeface="Archivo"/>
                <a:cs typeface="Archivo"/>
                <a:sym typeface="Archivo"/>
              </a:defRPr>
            </a:lvl2pPr>
            <a:lvl3pPr indent="-228600" lvl="2" marL="1371600" marR="0" rtl="0" algn="l">
              <a:lnSpc>
                <a:spcPct val="100000"/>
              </a:lnSpc>
              <a:spcBef>
                <a:spcPts val="600"/>
              </a:spcBef>
              <a:spcAft>
                <a:spcPts val="0"/>
              </a:spcAft>
              <a:buClr>
                <a:srgbClr val="0F2E66"/>
              </a:buClr>
              <a:buSzPts val="1800"/>
              <a:buFont typeface="Arial"/>
              <a:buNone/>
              <a:defRPr b="0" i="0" sz="1800" u="none" cap="none" strike="noStrike">
                <a:solidFill>
                  <a:srgbClr val="0F2E66"/>
                </a:solidFill>
                <a:latin typeface="Archivo"/>
                <a:ea typeface="Archivo"/>
                <a:cs typeface="Archivo"/>
                <a:sym typeface="Archivo"/>
              </a:defRPr>
            </a:lvl3pPr>
            <a:lvl4pPr indent="-314325" lvl="3" marL="1828800" marR="0" rtl="0" algn="l">
              <a:spcBef>
                <a:spcPts val="600"/>
              </a:spcBef>
              <a:spcAft>
                <a:spcPts val="0"/>
              </a:spcAft>
              <a:buClr>
                <a:srgbClr val="5D87A1"/>
              </a:buClr>
              <a:buSzPts val="1350"/>
              <a:buFont typeface="Archivo"/>
              <a:buChar char="–"/>
              <a:defRPr i="0" sz="1350" u="none" cap="none" strike="noStrike">
                <a:solidFill>
                  <a:srgbClr val="7F7F7F"/>
                </a:solidFill>
                <a:latin typeface="Archivo"/>
                <a:ea typeface="Archivo"/>
                <a:cs typeface="Archivo"/>
                <a:sym typeface="Archivo"/>
              </a:defRPr>
            </a:lvl4pPr>
            <a:lvl5pPr indent="-314325" lvl="4" marL="2286000" marR="0" rtl="0" algn="l">
              <a:spcBef>
                <a:spcPts val="270"/>
              </a:spcBef>
              <a:spcAft>
                <a:spcPts val="0"/>
              </a:spcAft>
              <a:buClr>
                <a:srgbClr val="5D87A1"/>
              </a:buClr>
              <a:buSzPts val="1350"/>
              <a:buFont typeface="Archivo"/>
              <a:buChar char="»"/>
              <a:defRPr i="0" sz="1350" u="none" cap="none" strike="noStrike">
                <a:solidFill>
                  <a:srgbClr val="7F7F7F"/>
                </a:solidFill>
                <a:latin typeface="Archivo"/>
                <a:ea typeface="Archivo"/>
                <a:cs typeface="Archivo"/>
                <a:sym typeface="Archivo"/>
              </a:defRPr>
            </a:lvl5pPr>
            <a:lvl6pPr indent="-323850" lvl="5" marL="2743200" marR="0" rtl="0" algn="l">
              <a:spcBef>
                <a:spcPts val="300"/>
              </a:spcBef>
              <a:spcAft>
                <a:spcPts val="0"/>
              </a:spcAft>
              <a:buClr>
                <a:schemeClr val="dk1"/>
              </a:buClr>
              <a:buSzPts val="1500"/>
              <a:buFont typeface="Archivo"/>
              <a:buChar char="•"/>
              <a:defRPr i="0" sz="1500" u="none" cap="none" strike="noStrike">
                <a:solidFill>
                  <a:schemeClr val="dk1"/>
                </a:solidFill>
                <a:latin typeface="Archivo"/>
                <a:ea typeface="Archivo"/>
                <a:cs typeface="Archivo"/>
                <a:sym typeface="Archivo"/>
              </a:defRPr>
            </a:lvl6pPr>
            <a:lvl7pPr indent="-323850" lvl="6" marL="3200400" marR="0" rtl="0" algn="l">
              <a:spcBef>
                <a:spcPts val="300"/>
              </a:spcBef>
              <a:spcAft>
                <a:spcPts val="0"/>
              </a:spcAft>
              <a:buClr>
                <a:schemeClr val="dk1"/>
              </a:buClr>
              <a:buSzPts val="1500"/>
              <a:buFont typeface="Archivo"/>
              <a:buChar char="•"/>
              <a:defRPr i="0" sz="1500" u="none" cap="none" strike="noStrike">
                <a:solidFill>
                  <a:schemeClr val="dk1"/>
                </a:solidFill>
                <a:latin typeface="Archivo"/>
                <a:ea typeface="Archivo"/>
                <a:cs typeface="Archivo"/>
                <a:sym typeface="Archivo"/>
              </a:defRPr>
            </a:lvl7pPr>
            <a:lvl8pPr indent="-323850" lvl="7" marL="3657600" marR="0" rtl="0" algn="l">
              <a:spcBef>
                <a:spcPts val="300"/>
              </a:spcBef>
              <a:spcAft>
                <a:spcPts val="0"/>
              </a:spcAft>
              <a:buClr>
                <a:schemeClr val="dk1"/>
              </a:buClr>
              <a:buSzPts val="1500"/>
              <a:buFont typeface="Archivo"/>
              <a:buChar char="•"/>
              <a:defRPr i="0" sz="1500" u="none" cap="none" strike="noStrike">
                <a:solidFill>
                  <a:schemeClr val="dk1"/>
                </a:solidFill>
                <a:latin typeface="Archivo"/>
                <a:ea typeface="Archivo"/>
                <a:cs typeface="Archivo"/>
                <a:sym typeface="Archivo"/>
              </a:defRPr>
            </a:lvl8pPr>
            <a:lvl9pPr indent="-323850" lvl="8" marL="4114800" marR="0" rtl="0" algn="l">
              <a:spcBef>
                <a:spcPts val="300"/>
              </a:spcBef>
              <a:spcAft>
                <a:spcPts val="0"/>
              </a:spcAft>
              <a:buClr>
                <a:schemeClr val="dk1"/>
              </a:buClr>
              <a:buSzPts val="1500"/>
              <a:buFont typeface="Archivo"/>
              <a:buChar char="•"/>
              <a:defRPr i="0" sz="1500" u="none" cap="none" strike="noStrike">
                <a:solidFill>
                  <a:schemeClr val="dk1"/>
                </a:solidFill>
                <a:latin typeface="Archivo"/>
                <a:ea typeface="Archivo"/>
                <a:cs typeface="Archivo"/>
                <a:sym typeface="Archivo"/>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Lst>
  <mc:AlternateContent>
    <mc:Choice Requires="p14">
      <p:transition spd="slow" p14:dur="7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0" name="Shape 180"/>
        <p:cNvGrpSpPr/>
        <p:nvPr/>
      </p:nvGrpSpPr>
      <p:grpSpPr>
        <a:xfrm>
          <a:off x="0" y="0"/>
          <a:ext cx="0" cy="0"/>
          <a:chOff x="0" y="0"/>
          <a:chExt cx="0" cy="0"/>
        </a:xfrm>
      </p:grpSpPr>
      <p:sp>
        <p:nvSpPr>
          <p:cNvPr id="181" name="Google Shape;181;p31"/>
          <p:cNvSpPr txBox="1"/>
          <p:nvPr>
            <p:ph type="title"/>
          </p:nvPr>
        </p:nvSpPr>
        <p:spPr>
          <a:xfrm>
            <a:off x="476250" y="137160"/>
            <a:ext cx="8193024" cy="868680"/>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Clr>
                <a:srgbClr val="0F2E66"/>
              </a:buClr>
              <a:buSzPts val="2800"/>
              <a:buFont typeface="Archivo"/>
              <a:buNone/>
              <a:defRPr b="1" i="0" sz="2800" u="none" cap="none" strike="noStrike">
                <a:solidFill>
                  <a:srgbClr val="0F2E66"/>
                </a:solidFill>
                <a:latin typeface="Archivo"/>
                <a:ea typeface="Archivo"/>
                <a:cs typeface="Archivo"/>
                <a:sym typeface="Archiv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82" name="Google Shape;182;p31"/>
          <p:cNvSpPr txBox="1"/>
          <p:nvPr>
            <p:ph idx="1" type="body"/>
          </p:nvPr>
        </p:nvSpPr>
        <p:spPr>
          <a:xfrm>
            <a:off x="476250" y="1225899"/>
            <a:ext cx="8191500" cy="3417541"/>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00000"/>
              </a:lnSpc>
              <a:spcBef>
                <a:spcPts val="600"/>
              </a:spcBef>
              <a:spcAft>
                <a:spcPts val="0"/>
              </a:spcAft>
              <a:buClr>
                <a:srgbClr val="0F2E66"/>
              </a:buClr>
              <a:buSzPts val="1800"/>
              <a:buFont typeface="Arial"/>
              <a:buNone/>
              <a:defRPr b="0" i="0" sz="1800" u="none" cap="none" strike="noStrike">
                <a:solidFill>
                  <a:srgbClr val="0F2E66"/>
                </a:solidFill>
                <a:latin typeface="Archivo Light"/>
                <a:ea typeface="Archivo Light"/>
                <a:cs typeface="Archivo Light"/>
                <a:sym typeface="Archivo Light"/>
              </a:defRPr>
            </a:lvl1pPr>
            <a:lvl2pPr indent="-228600" lvl="1" marL="914400" marR="0" rtl="0" algn="l">
              <a:lnSpc>
                <a:spcPct val="100000"/>
              </a:lnSpc>
              <a:spcBef>
                <a:spcPts val="600"/>
              </a:spcBef>
              <a:spcAft>
                <a:spcPts val="0"/>
              </a:spcAft>
              <a:buClr>
                <a:srgbClr val="0F2E66"/>
              </a:buClr>
              <a:buSzPts val="1800"/>
              <a:buFont typeface="Arial"/>
              <a:buNone/>
              <a:defRPr b="0" i="0" sz="1800" u="none" cap="none" strike="noStrike">
                <a:solidFill>
                  <a:srgbClr val="0F2E66"/>
                </a:solidFill>
                <a:latin typeface="Archivo Light"/>
                <a:ea typeface="Archivo Light"/>
                <a:cs typeface="Archivo Light"/>
                <a:sym typeface="Archivo Light"/>
              </a:defRPr>
            </a:lvl2pPr>
            <a:lvl3pPr indent="-228600" lvl="2" marL="1371600" marR="0" rtl="0" algn="l">
              <a:lnSpc>
                <a:spcPct val="100000"/>
              </a:lnSpc>
              <a:spcBef>
                <a:spcPts val="600"/>
              </a:spcBef>
              <a:spcAft>
                <a:spcPts val="0"/>
              </a:spcAft>
              <a:buClr>
                <a:srgbClr val="0F2E66"/>
              </a:buClr>
              <a:buSzPts val="1800"/>
              <a:buFont typeface="Arial"/>
              <a:buNone/>
              <a:defRPr b="0" i="0" sz="1800" u="none" cap="none" strike="noStrike">
                <a:solidFill>
                  <a:srgbClr val="0F2E66"/>
                </a:solidFill>
                <a:latin typeface="Archivo Light"/>
                <a:ea typeface="Archivo Light"/>
                <a:cs typeface="Archivo Light"/>
                <a:sym typeface="Archivo Light"/>
              </a:defRPr>
            </a:lvl3pPr>
            <a:lvl4pPr indent="-314325" lvl="3" marL="1828800" marR="0" rtl="0" algn="l">
              <a:spcBef>
                <a:spcPts val="600"/>
              </a:spcBef>
              <a:spcAft>
                <a:spcPts val="0"/>
              </a:spcAft>
              <a:buClr>
                <a:srgbClr val="5D87A1"/>
              </a:buClr>
              <a:buSzPts val="1350"/>
              <a:buFont typeface="Arial"/>
              <a:buChar char="–"/>
              <a:defRPr b="0" i="0" sz="1350" u="none" cap="none" strike="noStrike">
                <a:solidFill>
                  <a:srgbClr val="7F7F7F"/>
                </a:solidFill>
                <a:latin typeface="Arial"/>
                <a:ea typeface="Arial"/>
                <a:cs typeface="Arial"/>
                <a:sym typeface="Arial"/>
              </a:defRPr>
            </a:lvl4pPr>
            <a:lvl5pPr indent="-314325" lvl="4" marL="2286000" marR="0" rtl="0" algn="l">
              <a:spcBef>
                <a:spcPts val="270"/>
              </a:spcBef>
              <a:spcAft>
                <a:spcPts val="0"/>
              </a:spcAft>
              <a:buClr>
                <a:srgbClr val="5D87A1"/>
              </a:buClr>
              <a:buSzPts val="1350"/>
              <a:buFont typeface="Arial"/>
              <a:buChar char="»"/>
              <a:defRPr b="0" i="0" sz="1350" u="none" cap="none" strike="noStrike">
                <a:solidFill>
                  <a:srgbClr val="7F7F7F"/>
                </a:solidFill>
                <a:latin typeface="Arial"/>
                <a:ea typeface="Arial"/>
                <a:cs typeface="Arial"/>
                <a:sym typeface="Arial"/>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 id="2147483690" r:id="rId15"/>
    <p:sldLayoutId id="2147483691" r:id="rId16"/>
    <p:sldLayoutId id="2147483692" r:id="rId17"/>
    <p:sldLayoutId id="2147483693" r:id="rId18"/>
  </p:sldLayoutIdLst>
  <mc:AlternateContent>
    <mc:Choice Requires="p14">
      <p:transition spd="slow" p14:dur="7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3.png"/><Relationship Id="rId3" Type="http://schemas.openxmlformats.org/officeDocument/2006/relationships/image" Target="../media/image3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7.png"/><Relationship Id="rId3"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7.png"/><Relationship Id="rId3"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7.png"/><Relationship Id="rId3"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7.png"/><Relationship Id="rId3"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7.png"/><Relationship Id="rId3"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7.png"/><Relationship Id="rId3"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7.png"/><Relationship Id="rId3" Type="http://schemas.openxmlformats.org/officeDocument/2006/relationships/notesSlide" Target="../notesSlides/notesSlide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7.png"/><Relationship Id="rId3" Type="http://schemas.openxmlformats.org/officeDocument/2006/relationships/notesSlide" Target="../notesSlides/notesSlide2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7.png"/><Relationship Id="rId3" Type="http://schemas.openxmlformats.org/officeDocument/2006/relationships/notesSlide" Target="../notesSlides/notesSlide2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7.png"/><Relationship Id="rId3" Type="http://schemas.openxmlformats.org/officeDocument/2006/relationships/notesSlide" Target="../notesSlides/notesSlide2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7.png"/><Relationship Id="rId3" Type="http://schemas.openxmlformats.org/officeDocument/2006/relationships/notesSlide" Target="../notesSlides/notesSlide2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7.png"/><Relationship Id="rId3" Type="http://schemas.openxmlformats.org/officeDocument/2006/relationships/notesSlide" Target="../notesSlides/notesSlide3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7.png"/><Relationship Id="rId3" Type="http://schemas.openxmlformats.org/officeDocument/2006/relationships/notesSlide" Target="../notesSlides/notesSlide3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7.png"/><Relationship Id="rId3" Type="http://schemas.openxmlformats.org/officeDocument/2006/relationships/notesSlide" Target="../notesSlides/notesSlide3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7.png"/><Relationship Id="rId3" Type="http://schemas.openxmlformats.org/officeDocument/2006/relationships/notesSlide" Target="../notesSlides/notesSlide3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7.png"/><Relationship Id="rId3" Type="http://schemas.openxmlformats.org/officeDocument/2006/relationships/notesSlide" Target="../notesSlides/notesSlide3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7.png"/><Relationship Id="rId3" Type="http://schemas.openxmlformats.org/officeDocument/2006/relationships/notesSlide" Target="../notesSlides/notesSlide4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7.png"/><Relationship Id="rId3" Type="http://schemas.openxmlformats.org/officeDocument/2006/relationships/notesSlide" Target="../notesSlides/notesSlide4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7.png"/><Relationship Id="rId3" Type="http://schemas.openxmlformats.org/officeDocument/2006/relationships/notesSlide" Target="../notesSlides/notesSlide4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7.png"/><Relationship Id="rId3" Type="http://schemas.openxmlformats.org/officeDocument/2006/relationships/notesSlide" Target="../notesSlides/notesSlide4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30.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44481" name="Google Shape;54;p14"/>
          <p:cNvPicPr preferRelativeResize="0"/>
          <p:nvPr/>
        </p:nvPicPr>
        <p:blipFill rotWithShape="1">
          <a:blip r:embed="rId2">
            <a:alphaModFix/>
          </a:blip>
          <a:srcRect b="0" l="2703" r="2703" t="0"/>
          <a:stretch/>
        </p:blipFill>
        <p:spPr>
          <a:xfrm>
            <a:off x="0" y="0"/>
            <a:ext cx="9144000" cy="5148072"/>
          </a:xfrm>
          <a:prstGeom prst="rect">
            <a:avLst/>
          </a:prstGeom>
          <a:noFill/>
          <a:ln>
            <a:noFill/>
          </a:ln>
        </p:spPr>
      </p:pic>
      <p:pic>
        <p:nvPicPr>
          <p:cNvPr id="869822" name="Google Shape;55;p14"/>
          <p:cNvPicPr preferRelativeResize="0"/>
          <p:nvPr/>
        </p:nvPicPr>
        <p:blipFill rotWithShape="1">
          <a:blip r:embed="rId3">
            <a:alphaModFix/>
          </a:blip>
          <a:srcRect b="0" l="0" r="0" t="0"/>
          <a:stretch/>
        </p:blipFill>
        <p:spPr>
          <a:xfrm>
            <a:off x="611868" y="471062"/>
            <a:ext cx="1227751" cy="580497"/>
          </a:xfrm>
          <a:prstGeom prst="rect">
            <a:avLst/>
          </a:prstGeom>
          <a:noFill/>
          <a:ln>
            <a:noFill/>
          </a:ln>
        </p:spPr>
      </p:pic>
      <p:sp>
        <p:nvSpPr>
          <p:cNvPr id="2" name="Title 1"/>
          <p:cNvSpPr>
            <a:spLocks noGrp="1"/>
          </p:cNvSpPr>
          <p:nvPr>
            <p:ph type="ctrTitle"/>
          </p:nvPr>
        </p:nvSpPr>
        <p:spPr/>
        <p:txBody>
          <a:bodyPr/>
          <a:lstStyle/>
          <a:p>
            <a:r>
              <a:t>India Recruiting Product-Market Fit Research</a:t>
            </a:r>
          </a:p>
        </p:txBody>
      </p:sp>
      <p:sp>
        <p:nvSpPr>
          <p:cNvPr id="3" name="Subtitle 2"/>
          <p:cNvSpPr>
            <a:spLocks noGrp="1"/>
          </p:cNvSpPr>
          <p:nvPr>
            <p:ph type="subTitle" idx="1"/>
          </p:nvPr>
        </p:nvSpPr>
        <p:spPr/>
        <p:txBody>
          <a:bodyPr/>
          <a:lstStyle/>
          <a:p>
            <a:r>
              <a:t>March 2026</a:t>
            </a:r>
          </a:p>
        </p:txBody>
      </p:sp>
      <p:sp>
        <p:nvSpPr>
          <p:cNvPr id="869823" name="TextBox 869822"/>
          <p:cNvSpPr txBox="1"/>
          <p:nvPr/>
        </p:nvSpPr>
        <p:spPr>
          <a:xfrm>
            <a:off x="0" y="4846320"/>
            <a:ext cx="3108960" cy="274320"/>
          </a:xfrm>
          <a:prstGeom prst="rect">
            <a:avLst/>
          </a:prstGeom>
          <a:noFill/>
        </p:spPr>
        <p:txBody>
          <a:bodyPr wrap="square">
            <a:spAutoFit/>
          </a:bodyPr>
          <a:lstStyle/>
          <a:p>
            <a:pPr algn="l"/>
            <a:r>
              <a:rPr b="0" sz="700">
                <a:solidFill>
                  <a:srgbClr val="525D6A"/>
                </a:solidFill>
                <a:latin typeface="Archivo"/>
              </a:rPr>
              <a:t>Workday Confidential</a:t>
            </a:r>
          </a:p>
        </p:txBody>
      </p:sp>
      <p:sp>
        <p:nvSpPr>
          <p:cNvPr id="869824" name="TextBox 869823"/>
          <p:cNvSpPr txBox="1"/>
          <p:nvPr/>
        </p:nvSpPr>
        <p:spPr>
          <a:xfrm>
            <a:off x="8412480" y="4846320"/>
            <a:ext cx="548640" cy="274320"/>
          </a:xfrm>
          <a:prstGeom prst="rect">
            <a:avLst/>
          </a:prstGeom>
          <a:noFill/>
        </p:spPr>
        <p:txBody>
          <a:bodyPr wrap="square">
            <a:spAutoFit/>
          </a:bodyPr>
          <a:lstStyle/>
          <a:p>
            <a:pPr algn="r"/>
            <a:r>
              <a:rPr b="0" sz="700">
                <a:solidFill>
                  <a:srgbClr val="525D6A"/>
                </a:solidFill>
                <a:latin typeface="Archivo"/>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23729" name="Google Shape;65;p17"/>
          <p:cNvPicPr preferRelativeResize="0"/>
          <p:nvPr/>
        </p:nvPicPr>
        <p:blipFill rotWithShape="1">
          <a:blip r:embed="rId2">
            <a:alphaModFix/>
          </a:blip>
          <a:srcRect b="0" l="4364" r="70596" t="0"/>
          <a:stretch/>
        </p:blipFill>
        <p:spPr>
          <a:xfrm>
            <a:off x="-1" y="-2286"/>
            <a:ext cx="2508653" cy="5148072"/>
          </a:xfrm>
          <a:prstGeom prst="rect">
            <a:avLst/>
          </a:prstGeom>
          <a:noFill/>
          <a:ln>
            <a:noFill/>
          </a:ln>
        </p:spPr>
      </p:pic>
      <p:sp>
        <p:nvSpPr>
          <p:cNvPr id="623730" name="TextBox 623729"/>
          <p:cNvSpPr txBox="1"/>
          <p:nvPr/>
        </p:nvSpPr>
        <p:spPr>
          <a:xfrm>
            <a:off x="0" y="4846320"/>
            <a:ext cx="3108960" cy="274320"/>
          </a:xfrm>
          <a:prstGeom prst="rect">
            <a:avLst/>
          </a:prstGeom>
          <a:noFill/>
        </p:spPr>
        <p:txBody>
          <a:bodyPr wrap="square">
            <a:spAutoFit/>
          </a:bodyPr>
          <a:lstStyle/>
          <a:p>
            <a:pPr algn="l"/>
            <a:r>
              <a:rPr b="0" sz="700">
                <a:solidFill>
                  <a:srgbClr val="525D6A"/>
                </a:solidFill>
                <a:latin typeface="Archivo"/>
              </a:rPr>
              <a:t>Workday Confidential</a:t>
            </a:r>
          </a:p>
        </p:txBody>
      </p:sp>
      <p:sp>
        <p:nvSpPr>
          <p:cNvPr id="623731" name="TextBox 623730"/>
          <p:cNvSpPr txBox="1"/>
          <p:nvPr/>
        </p:nvSpPr>
        <p:spPr>
          <a:xfrm>
            <a:off x="8412480" y="4846320"/>
            <a:ext cx="548640" cy="274320"/>
          </a:xfrm>
          <a:prstGeom prst="rect">
            <a:avLst/>
          </a:prstGeom>
          <a:noFill/>
        </p:spPr>
        <p:txBody>
          <a:bodyPr wrap="square">
            <a:spAutoFit/>
          </a:bodyPr>
          <a:lstStyle/>
          <a:p>
            <a:pPr algn="r"/>
            <a:r>
              <a:rPr b="0" sz="700">
                <a:solidFill>
                  <a:srgbClr val="525D6A"/>
                </a:solidFill>
                <a:latin typeface="Archivo"/>
              </a:rPr>
              <a:t>2</a:t>
            </a:r>
          </a:p>
        </p:txBody>
      </p:sp>
      <p:sp>
        <p:nvSpPr>
          <p:cNvPr id="623732" name="TextBox 623731"/>
          <p:cNvSpPr txBox="1"/>
          <p:nvPr/>
        </p:nvSpPr>
        <p:spPr>
          <a:xfrm>
            <a:off x="3017520" y="1371600"/>
            <a:ext cx="5120640" cy="2011680"/>
          </a:xfrm>
          <a:prstGeom prst="rect">
            <a:avLst/>
          </a:prstGeom>
          <a:noFill/>
        </p:spPr>
        <p:txBody>
          <a:bodyPr wrap="square">
            <a:spAutoFit/>
          </a:bodyPr>
          <a:lstStyle/>
          <a:p>
            <a:r>
              <a:rPr sz="1200">
                <a:solidFill>
                  <a:srgbClr val="0F2E66"/>
                </a:solidFill>
                <a:latin typeface="Archivo"/>
              </a:rPr>
              <a:t>S E C T I O N  0 1
Research challenge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Executive Summary</a:t>
            </a:r>
          </a:p>
        </p:txBody>
      </p:sp>
      <p:sp>
        <p:nvSpPr>
          <p:cNvPr id="3" name="TextBox 2"/>
          <p:cNvSpPr txBox="1"/>
          <p:nvPr/>
        </p:nvSpPr>
        <p:spPr>
          <a:xfrm>
            <a:off x="0" y="4846320"/>
            <a:ext cx="3108960" cy="274320"/>
          </a:xfrm>
          <a:prstGeom prst="rect">
            <a:avLst/>
          </a:prstGeom>
          <a:noFill/>
        </p:spPr>
        <p:txBody>
          <a:bodyPr wrap="square">
            <a:spAutoFit/>
          </a:bodyPr>
          <a:lstStyle/>
          <a:p>
            <a:pPr algn="l"/>
            <a:r>
              <a:rPr b="0" sz="700">
                <a:solidFill>
                  <a:srgbClr val="525D6A"/>
                </a:solidFill>
                <a:latin typeface="Archivo"/>
              </a:rPr>
              <a:t>Workday Confidential</a:t>
            </a:r>
          </a:p>
        </p:txBody>
      </p:sp>
      <p:sp>
        <p:nvSpPr>
          <p:cNvPr id="4" name="TextBox 3"/>
          <p:cNvSpPr txBox="1"/>
          <p:nvPr/>
        </p:nvSpPr>
        <p:spPr>
          <a:xfrm>
            <a:off x="8412480" y="4846320"/>
            <a:ext cx="548640" cy="274320"/>
          </a:xfrm>
          <a:prstGeom prst="rect">
            <a:avLst/>
          </a:prstGeom>
          <a:noFill/>
        </p:spPr>
        <p:txBody>
          <a:bodyPr wrap="square">
            <a:spAutoFit/>
          </a:bodyPr>
          <a:lstStyle/>
          <a:p>
            <a:pPr algn="r"/>
            <a:r>
              <a:rPr b="0" sz="700">
                <a:solidFill>
                  <a:srgbClr val="525D6A"/>
                </a:solidFill>
                <a:latin typeface="Archivo"/>
              </a:rPr>
              <a:t>3</a:t>
            </a:r>
          </a:p>
        </p:txBody>
      </p:sp>
      <p:sp>
        <p:nvSpPr>
          <p:cNvPr id="5" name="TextBox 4"/>
          <p:cNvSpPr txBox="1"/>
          <p:nvPr/>
        </p:nvSpPr>
        <p:spPr>
          <a:xfrm>
            <a:off x="640080" y="1097280"/>
            <a:ext cx="7863840" cy="2560320"/>
          </a:xfrm>
          <a:prstGeom prst="rect">
            <a:avLst/>
          </a:prstGeom>
          <a:noFill/>
        </p:spPr>
        <p:txBody>
          <a:bodyPr wrap="square">
            <a:spAutoFit/>
          </a:bodyPr>
          <a:lstStyle/>
          <a:p>
            <a:pPr/>
            <a:r>
              <a:rPr b="1" sz="1400">
                <a:solidFill>
                  <a:srgbClr val="0F2E66"/>
                </a:solidFill>
                <a:latin typeface="Archivo"/>
              </a:rPr>
              <a:t>Headline outcomes</a:t>
            </a:r>
          </a:p>
          <a:p>
            <a:pPr lvl="1" marL="228600" indent="-182880">
              <a:spcAft>
                <a:spcPts val="600"/>
              </a:spcAft>
              <a:buFont typeface="Archivo"/>
              <a:buChar char="•"/>
            </a:pPr>
            <a:r>
              <a:rPr sz="1400">
                <a:solidFill>
                  <a:srgbClr val="0F2E66"/>
                </a:solidFill>
                <a:latin typeface="Archivo"/>
              </a:rPr>
              <a:t>India PMF combines scale, trust, and compliance: SMEs and Teleperformance India converge on impersonation, resume fraud at volume, industrial duplicate and agency flows, and India offer or BGC paths that clash with US-default rigidity.</a:t>
            </a:r>
          </a:p>
          <a:p>
            <a:pPr lvl="1" marL="228600" indent="-182880">
              <a:spcAft>
                <a:spcPts val="600"/>
              </a:spcAft>
              <a:buFont typeface="Archivo"/>
              <a:buChar char="•"/>
            </a:pPr>
            <a:r>
              <a:rPr sz="1400">
                <a:solidFill>
                  <a:srgbClr val="0F2E66"/>
                </a:solidFill>
                <a:latin typeface="Archivo"/>
              </a:rPr>
              <a:t>Governance often sits outside Workday: compensation and position approvals run on email before evidence attaches to reqs; OTP and ID friction, weak offer acceptance signals, task noise, and Thrive or Excel reporting push leadership to parallel tools.</a:t>
            </a:r>
          </a:p>
          <a:p>
            <a:pPr lvl="1" marL="228600" indent="-182880">
              <a:spcAft>
                <a:spcPts val="600"/>
              </a:spcAft>
              <a:buFont typeface="Archivo"/>
              <a:buChar char="•"/>
            </a:pPr>
            <a:r>
              <a:rPr sz="1400">
                <a:solidFill>
                  <a:srgbClr val="0F2E66"/>
                </a:solidFill>
                <a:latin typeface="Archivo"/>
              </a:rPr>
              <a:t>Competitive scans flag gaps on native +91 SMS, WhatsApp in core UI, UIDAI Aadhaar eKYC, and Naukri multipost; suite depth, UDMF, BGV framework, and DPDP-style privacy beat Keka, Zoho, Darwinbox, and SAP or Oracle March 2026 AI positioning.</a:t>
            </a:r>
          </a:p>
          <a:p>
            <a:pPr lvl="1" marL="228600" indent="-182880">
              <a:spcAft>
                <a:spcPts val="600"/>
              </a:spcAft>
              <a:buFont typeface="Archivo"/>
              <a:buChar char="•"/>
            </a:pPr>
            <a:r>
              <a:rPr sz="1400">
                <a:solidFill>
                  <a:srgbClr val="0F2E66"/>
                </a:solidFill>
                <a:latin typeface="Archivo"/>
              </a:rPr>
              <a:t>Priority bets: government-ID-aware dedupe, hardened identity and OTP paths, bulk review with governed HiredScore, flexible offer or EA lifecycle, audited career-site PII edits, and in-system approvals with attachments for India audit readiness.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61796" name="Google Shape;65;p17"/>
          <p:cNvPicPr preferRelativeResize="0"/>
          <p:nvPr/>
        </p:nvPicPr>
        <p:blipFill rotWithShape="1">
          <a:blip r:embed="rId2">
            <a:alphaModFix/>
          </a:blip>
          <a:srcRect b="0" l="4364" r="70596" t="0"/>
          <a:stretch/>
        </p:blipFill>
        <p:spPr>
          <a:xfrm>
            <a:off x="-1" y="-2286"/>
            <a:ext cx="2508653" cy="5148072"/>
          </a:xfrm>
          <a:prstGeom prst="rect">
            <a:avLst/>
          </a:prstGeom>
          <a:noFill/>
          <a:ln>
            <a:noFill/>
          </a:ln>
        </p:spPr>
      </p:pic>
      <p:sp>
        <p:nvSpPr>
          <p:cNvPr id="461797" name="TextBox 461796"/>
          <p:cNvSpPr txBox="1"/>
          <p:nvPr/>
        </p:nvSpPr>
        <p:spPr>
          <a:xfrm>
            <a:off x="0" y="4846320"/>
            <a:ext cx="3108960" cy="274320"/>
          </a:xfrm>
          <a:prstGeom prst="rect">
            <a:avLst/>
          </a:prstGeom>
          <a:noFill/>
        </p:spPr>
        <p:txBody>
          <a:bodyPr wrap="square">
            <a:spAutoFit/>
          </a:bodyPr>
          <a:lstStyle/>
          <a:p>
            <a:pPr algn="l"/>
            <a:r>
              <a:rPr b="0" sz="700">
                <a:solidFill>
                  <a:srgbClr val="525D6A"/>
                </a:solidFill>
                <a:latin typeface="Archivo"/>
              </a:rPr>
              <a:t>Workday Confidential</a:t>
            </a:r>
          </a:p>
        </p:txBody>
      </p:sp>
      <p:sp>
        <p:nvSpPr>
          <p:cNvPr id="461798" name="TextBox 461797"/>
          <p:cNvSpPr txBox="1"/>
          <p:nvPr/>
        </p:nvSpPr>
        <p:spPr>
          <a:xfrm>
            <a:off x="8412480" y="4846320"/>
            <a:ext cx="548640" cy="274320"/>
          </a:xfrm>
          <a:prstGeom prst="rect">
            <a:avLst/>
          </a:prstGeom>
          <a:noFill/>
        </p:spPr>
        <p:txBody>
          <a:bodyPr wrap="square">
            <a:spAutoFit/>
          </a:bodyPr>
          <a:lstStyle/>
          <a:p>
            <a:pPr algn="r"/>
            <a:r>
              <a:rPr b="0" sz="700">
                <a:solidFill>
                  <a:srgbClr val="525D6A"/>
                </a:solidFill>
                <a:latin typeface="Archivo"/>
              </a:rPr>
              <a:t>4</a:t>
            </a:r>
          </a:p>
        </p:txBody>
      </p:sp>
      <p:sp>
        <p:nvSpPr>
          <p:cNvPr id="461799" name="TextBox 461798"/>
          <p:cNvSpPr txBox="1"/>
          <p:nvPr/>
        </p:nvSpPr>
        <p:spPr>
          <a:xfrm>
            <a:off x="3017520" y="1371600"/>
            <a:ext cx="5120640" cy="2011680"/>
          </a:xfrm>
          <a:prstGeom prst="rect">
            <a:avLst/>
          </a:prstGeom>
          <a:noFill/>
        </p:spPr>
        <p:txBody>
          <a:bodyPr wrap="square">
            <a:spAutoFit/>
          </a:bodyPr>
          <a:lstStyle/>
          <a:p>
            <a:r>
              <a:rPr sz="1200">
                <a:solidFill>
                  <a:srgbClr val="0F2E66"/>
                </a:solidFill>
                <a:latin typeface="Archivo"/>
              </a:rPr>
              <a:t>S E C T I O N  0 2
Research challenge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84775" name="Google Shape;120;p22"/>
          <p:cNvPicPr preferRelativeResize="0"/>
          <p:nvPr/>
        </p:nvPicPr>
        <p:blipFill rotWithShape="1">
          <a:blip r:embed="rId2">
            <a:alphaModFix/>
          </a:blip>
          <a:srcRect b="38102" l="0" r="0" t="0"/>
          <a:stretch/>
        </p:blipFill>
        <p:spPr>
          <a:xfrm>
            <a:off x="0" y="1"/>
            <a:ext cx="9144000" cy="5143500"/>
          </a:xfrm>
          <a:prstGeom prst="rect">
            <a:avLst/>
          </a:prstGeom>
          <a:noFill/>
          <a:ln>
            <a:noFill/>
          </a:ln>
        </p:spPr>
      </p:pic>
      <p:sp>
        <p:nvSpPr>
          <p:cNvPr id="2" name="Title 1"/>
          <p:cNvSpPr>
            <a:spLocks noGrp="1"/>
          </p:cNvSpPr>
          <p:nvPr>
            <p:ph type="title"/>
          </p:nvPr>
        </p:nvSpPr>
        <p:spPr/>
        <p:txBody>
          <a:bodyPr/>
          <a:lstStyle/>
          <a:p>
            <a:r>
              <a:t>Research Question and Objectives</a:t>
            </a:r>
          </a:p>
        </p:txBody>
      </p:sp>
      <p:sp>
        <p:nvSpPr>
          <p:cNvPr id="584776" name="TextBox 584775"/>
          <p:cNvSpPr txBox="1"/>
          <p:nvPr/>
        </p:nvSpPr>
        <p:spPr>
          <a:xfrm>
            <a:off x="0" y="4846320"/>
            <a:ext cx="3108960" cy="274320"/>
          </a:xfrm>
          <a:prstGeom prst="rect">
            <a:avLst/>
          </a:prstGeom>
          <a:noFill/>
        </p:spPr>
        <p:txBody>
          <a:bodyPr wrap="square">
            <a:spAutoFit/>
          </a:bodyPr>
          <a:lstStyle/>
          <a:p>
            <a:pPr algn="l"/>
            <a:r>
              <a:rPr b="0" sz="700">
                <a:solidFill>
                  <a:srgbClr val="525D6A"/>
                </a:solidFill>
                <a:latin typeface="Archivo"/>
              </a:rPr>
              <a:t>Workday Confidential</a:t>
            </a:r>
          </a:p>
        </p:txBody>
      </p:sp>
      <p:sp>
        <p:nvSpPr>
          <p:cNvPr id="584777" name="TextBox 584776"/>
          <p:cNvSpPr txBox="1"/>
          <p:nvPr/>
        </p:nvSpPr>
        <p:spPr>
          <a:xfrm>
            <a:off x="8412480" y="4846320"/>
            <a:ext cx="548640" cy="274320"/>
          </a:xfrm>
          <a:prstGeom prst="rect">
            <a:avLst/>
          </a:prstGeom>
          <a:noFill/>
        </p:spPr>
        <p:txBody>
          <a:bodyPr wrap="square">
            <a:spAutoFit/>
          </a:bodyPr>
          <a:lstStyle/>
          <a:p>
            <a:pPr algn="r"/>
            <a:r>
              <a:rPr b="0" sz="700">
                <a:solidFill>
                  <a:srgbClr val="525D6A"/>
                </a:solidFill>
                <a:latin typeface="Archivo"/>
              </a:rPr>
              <a:t>5</a:t>
            </a:r>
          </a:p>
        </p:txBody>
      </p:sp>
      <p:sp>
        <p:nvSpPr>
          <p:cNvPr id="584778" name="TextBox 584777"/>
          <p:cNvSpPr txBox="1"/>
          <p:nvPr/>
        </p:nvSpPr>
        <p:spPr>
          <a:xfrm>
            <a:off x="640080" y="1097280"/>
            <a:ext cx="7863840" cy="2560320"/>
          </a:xfrm>
          <a:prstGeom prst="rect">
            <a:avLst/>
          </a:prstGeom>
          <a:noFill/>
        </p:spPr>
        <p:txBody>
          <a:bodyPr wrap="square">
            <a:spAutoFit/>
          </a:bodyPr>
          <a:lstStyle/>
          <a:p>
            <a:pPr lvl="1" marL="228600" indent="-182880">
              <a:spcAft>
                <a:spcPts val="600"/>
              </a:spcAft>
              <a:buFont typeface="Archivo"/>
              <a:buChar char="•"/>
            </a:pPr>
            <a:r>
              <a:rPr sz="1200">
                <a:solidFill>
                  <a:srgbClr val="0F2E66"/>
                </a:solidFill>
                <a:latin typeface="Archivo"/>
              </a:rPr>
              <a:t>How should Workday Recruiting win India enterprise and high-volume programmes on trust, compliance, and recruiter throughput?</a:t>
            </a:r>
          </a:p>
          <a:p>
            <a:pPr lvl="1" marL="228600" indent="-182880">
              <a:spcAft>
                <a:spcPts val="600"/>
              </a:spcAft>
              <a:buFont typeface="Archivo"/>
              <a:buChar char="•"/>
            </a:pPr>
            <a:r>
              <a:rPr sz="1200">
                <a:solidFill>
                  <a:srgbClr val="0F2E66"/>
                </a:solidFill>
                <a:latin typeface="Archivo"/>
              </a:rPr>
              <a:t>Objectives: validate funnel frictions, channel reality, identity and dedupe needs, offer or BGC flexibility, and governance gaps versus global suite strengths.</a:t>
            </a:r>
          </a:p>
          <a:p>
            <a:pPr lvl="1" marL="228600" indent="-182880">
              <a:spcAft>
                <a:spcPts val="600"/>
              </a:spcAft>
              <a:buFont typeface="Archivo"/>
              <a:buChar char="•"/>
            </a:pPr>
            <a:r>
              <a:rPr sz="1200">
                <a:solidFill>
                  <a:srgbClr val="0F2E66"/>
                </a:solidFill>
                <a:latin typeface="Archivo"/>
              </a:rPr>
              <a:t>Methods: strategy context, PESTEL, SWOT, competitive intelligence, five internal SMEs, five customer voices (P1–P5), thematic synthesis with triangulation.</a:t>
            </a:r>
          </a:p>
          <a:p>
            <a:pPr lvl="1" marL="228600" indent="-182880">
              <a:spcAft>
                <a:spcPts val="600"/>
              </a:spcAft>
              <a:buFont typeface="Archivo"/>
              <a:buChar char="•"/>
            </a:pPr>
            <a:r>
              <a:rPr sz="1200">
                <a:solidFill>
                  <a:srgbClr val="0F2E66"/>
                </a:solidFill>
                <a:latin typeface="Archivo"/>
              </a:rPr>
              <a:t>Scope: India-hosted recruiting; presales win or loss exports and ideation CSV corpora were not available for this cycle (explicit data-gap slides follow).</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20910" name="Google Shape;65;p17"/>
          <p:cNvPicPr preferRelativeResize="0"/>
          <p:nvPr/>
        </p:nvPicPr>
        <p:blipFill rotWithShape="1">
          <a:blip r:embed="rId2">
            <a:alphaModFix/>
          </a:blip>
          <a:srcRect b="0" l="4364" r="70596" t="0"/>
          <a:stretch/>
        </p:blipFill>
        <p:spPr>
          <a:xfrm>
            <a:off x="-1" y="-2286"/>
            <a:ext cx="2508653" cy="5148072"/>
          </a:xfrm>
          <a:prstGeom prst="rect">
            <a:avLst/>
          </a:prstGeom>
          <a:noFill/>
          <a:ln>
            <a:noFill/>
          </a:ln>
        </p:spPr>
      </p:pic>
      <p:sp>
        <p:nvSpPr>
          <p:cNvPr id="420911" name="TextBox 420910"/>
          <p:cNvSpPr txBox="1"/>
          <p:nvPr/>
        </p:nvSpPr>
        <p:spPr>
          <a:xfrm>
            <a:off x="0" y="4846320"/>
            <a:ext cx="3108960" cy="274320"/>
          </a:xfrm>
          <a:prstGeom prst="rect">
            <a:avLst/>
          </a:prstGeom>
          <a:noFill/>
        </p:spPr>
        <p:txBody>
          <a:bodyPr wrap="square">
            <a:spAutoFit/>
          </a:bodyPr>
          <a:lstStyle/>
          <a:p>
            <a:pPr algn="l"/>
            <a:r>
              <a:rPr b="0" sz="700">
                <a:solidFill>
                  <a:srgbClr val="525D6A"/>
                </a:solidFill>
                <a:latin typeface="Archivo"/>
              </a:rPr>
              <a:t>Workday Confidential</a:t>
            </a:r>
          </a:p>
        </p:txBody>
      </p:sp>
      <p:sp>
        <p:nvSpPr>
          <p:cNvPr id="420912" name="TextBox 420911"/>
          <p:cNvSpPr txBox="1"/>
          <p:nvPr/>
        </p:nvSpPr>
        <p:spPr>
          <a:xfrm>
            <a:off x="8412480" y="4846320"/>
            <a:ext cx="548640" cy="274320"/>
          </a:xfrm>
          <a:prstGeom prst="rect">
            <a:avLst/>
          </a:prstGeom>
          <a:noFill/>
        </p:spPr>
        <p:txBody>
          <a:bodyPr wrap="square">
            <a:spAutoFit/>
          </a:bodyPr>
          <a:lstStyle/>
          <a:p>
            <a:pPr algn="r"/>
            <a:r>
              <a:rPr b="0" sz="700">
                <a:solidFill>
                  <a:srgbClr val="525D6A"/>
                </a:solidFill>
                <a:latin typeface="Archivo"/>
              </a:rPr>
              <a:t>6</a:t>
            </a:r>
          </a:p>
        </p:txBody>
      </p:sp>
      <p:sp>
        <p:nvSpPr>
          <p:cNvPr id="420913" name="TextBox 420912"/>
          <p:cNvSpPr txBox="1"/>
          <p:nvPr/>
        </p:nvSpPr>
        <p:spPr>
          <a:xfrm>
            <a:off x="3017520" y="1371600"/>
            <a:ext cx="5120640" cy="2011680"/>
          </a:xfrm>
          <a:prstGeom prst="rect">
            <a:avLst/>
          </a:prstGeom>
          <a:noFill/>
        </p:spPr>
        <p:txBody>
          <a:bodyPr wrap="square">
            <a:spAutoFit/>
          </a:bodyPr>
          <a:lstStyle/>
          <a:p>
            <a:r>
              <a:rPr sz="1200">
                <a:solidFill>
                  <a:srgbClr val="0F2E66"/>
                </a:solidFill>
                <a:latin typeface="Archivo"/>
              </a:rPr>
              <a:t>S E C T I O N  0 3
Context review</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Strategic Context - Why India Now</a:t>
            </a:r>
          </a:p>
        </p:txBody>
      </p:sp>
      <p:sp>
        <p:nvSpPr>
          <p:cNvPr id="3" name="TextBox 2"/>
          <p:cNvSpPr txBox="1"/>
          <p:nvPr/>
        </p:nvSpPr>
        <p:spPr>
          <a:xfrm>
            <a:off x="0" y="4846320"/>
            <a:ext cx="3108960" cy="274320"/>
          </a:xfrm>
          <a:prstGeom prst="rect">
            <a:avLst/>
          </a:prstGeom>
          <a:noFill/>
        </p:spPr>
        <p:txBody>
          <a:bodyPr wrap="square">
            <a:spAutoFit/>
          </a:bodyPr>
          <a:lstStyle/>
          <a:p>
            <a:pPr algn="l"/>
            <a:r>
              <a:rPr b="0" sz="700">
                <a:solidFill>
                  <a:srgbClr val="525D6A"/>
                </a:solidFill>
                <a:latin typeface="Archivo"/>
              </a:rPr>
              <a:t>Workday Confidential</a:t>
            </a:r>
          </a:p>
        </p:txBody>
      </p:sp>
      <p:sp>
        <p:nvSpPr>
          <p:cNvPr id="4" name="TextBox 3"/>
          <p:cNvSpPr txBox="1"/>
          <p:nvPr/>
        </p:nvSpPr>
        <p:spPr>
          <a:xfrm>
            <a:off x="8412480" y="4846320"/>
            <a:ext cx="548640" cy="274320"/>
          </a:xfrm>
          <a:prstGeom prst="rect">
            <a:avLst/>
          </a:prstGeom>
          <a:noFill/>
        </p:spPr>
        <p:txBody>
          <a:bodyPr wrap="square">
            <a:spAutoFit/>
          </a:bodyPr>
          <a:lstStyle/>
          <a:p>
            <a:pPr algn="r"/>
            <a:r>
              <a:rPr b="0" sz="700">
                <a:solidFill>
                  <a:srgbClr val="525D6A"/>
                </a:solidFill>
                <a:latin typeface="Archivo"/>
              </a:rPr>
              <a:t>7</a:t>
            </a:r>
          </a:p>
        </p:txBody>
      </p:sp>
      <p:sp>
        <p:nvSpPr>
          <p:cNvPr id="5" name="TextBox 4"/>
          <p:cNvSpPr txBox="1"/>
          <p:nvPr/>
        </p:nvSpPr>
        <p:spPr>
          <a:xfrm>
            <a:off x="640080" y="1097280"/>
            <a:ext cx="7863840" cy="2560320"/>
          </a:xfrm>
          <a:prstGeom prst="rect">
            <a:avLst/>
          </a:prstGeom>
          <a:noFill/>
        </p:spPr>
        <p:txBody>
          <a:bodyPr wrap="square">
            <a:spAutoFit/>
          </a:bodyPr>
          <a:lstStyle/>
          <a:p>
            <a:pPr lvl="1" marL="228600" indent="-182880">
              <a:spcAft>
                <a:spcPts val="600"/>
              </a:spcAft>
              <a:buFont typeface="Archivo"/>
              <a:buChar char="•"/>
            </a:pPr>
            <a:r>
              <a:rPr sz="1400">
                <a:solidFill>
                  <a:srgbClr val="0F2E66"/>
                </a:solidFill>
                <a:latin typeface="Archivo"/>
              </a:rPr>
              <a:t>Labour Codes central commencement (21 November 2025) and phased DPDP Act 2023 plus 2025 Rules through 2026–2027 increase documentation, granular consent, retention, and audit expectations across hiring, onboarding, and cross-border subprocessors.</a:t>
            </a:r>
          </a:p>
          <a:p>
            <a:pPr lvl="1" marL="228600" indent="-182880">
              <a:spcAft>
                <a:spcPts val="600"/>
              </a:spcAft>
              <a:buFont typeface="Archivo"/>
              <a:buChar char="•"/>
            </a:pPr>
            <a:r>
              <a:rPr sz="1400">
                <a:solidFill>
                  <a:srgbClr val="0F2E66"/>
                </a:solidFill>
                <a:latin typeface="Archivo"/>
              </a:rPr>
              <a:t>IMARC sizes India ATS near USD 0.30 billion (2024) toward USD 0.50 billion by 2033 at about 7.2% CAGR inside a faster-growing HCM envelope; macro growth near 6–7% real GDP supports continued enterprise ATS and suite investment.</a:t>
            </a:r>
          </a:p>
          <a:p>
            <a:pPr lvl="1" marL="228600" indent="-182880">
              <a:spcAft>
                <a:spcPts val="600"/>
              </a:spcAft>
              <a:buFont typeface="Archivo"/>
              <a:buChar char="•"/>
            </a:pPr>
            <a:r>
              <a:rPr sz="1400">
                <a:solidFill>
                  <a:srgbClr val="0F2E66"/>
                </a:solidFill>
                <a:latin typeface="Archivo"/>
              </a:rPr>
              <a:t>Buyers compare global suite depth with local omnichannel stories from regional HRMS vendors; honest parity on SMS, WhatsApp, Aadhaar handling, and Naukri-class distribution is now a recurring RFP and demo fixture, not a niche ask.</a:t>
            </a:r>
          </a:p>
          <a:p>
            <a:pPr lvl="1" marL="228600" indent="-182880">
              <a:spcAft>
                <a:spcPts val="600"/>
              </a:spcAft>
              <a:buFont typeface="Archivo"/>
              <a:buChar char="•"/>
            </a:pPr>
            <a:r>
              <a:rPr sz="1400">
                <a:solidFill>
                  <a:srgbClr val="0F2E66"/>
                </a:solidFill>
                <a:latin typeface="Archivo"/>
              </a:rPr>
              <a:t>Quarterly strategy assigns India medium priority with eight Q2 customer wins, explicit DPDP compliance programmes, and local job board reach via certified partner distribution alongside corporate GCC and AI matching OKRs.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71696" name="Google Shape;120;p22"/>
          <p:cNvPicPr preferRelativeResize="0"/>
          <p:nvPr/>
        </p:nvPicPr>
        <p:blipFill rotWithShape="1">
          <a:blip r:embed="rId2">
            <a:alphaModFix/>
          </a:blip>
          <a:srcRect b="38102" l="0" r="0" t="0"/>
          <a:stretch/>
        </p:blipFill>
        <p:spPr>
          <a:xfrm>
            <a:off x="0" y="1"/>
            <a:ext cx="9144000" cy="5143500"/>
          </a:xfrm>
          <a:prstGeom prst="rect">
            <a:avLst/>
          </a:prstGeom>
          <a:noFill/>
          <a:ln>
            <a:noFill/>
          </a:ln>
        </p:spPr>
      </p:pic>
      <p:sp>
        <p:nvSpPr>
          <p:cNvPr id="2" name="Title 1"/>
          <p:cNvSpPr>
            <a:spLocks noGrp="1"/>
          </p:cNvSpPr>
          <p:nvPr>
            <p:ph type="title"/>
          </p:nvPr>
        </p:nvSpPr>
        <p:spPr/>
        <p:txBody>
          <a:bodyPr/>
          <a:lstStyle/>
          <a:p>
            <a:r>
              <a:t>India Market Momentum - Key Indicators</a:t>
            </a:r>
          </a:p>
        </p:txBody>
      </p:sp>
      <p:sp>
        <p:nvSpPr>
          <p:cNvPr id="571697" name="TextBox 571696"/>
          <p:cNvSpPr txBox="1"/>
          <p:nvPr/>
        </p:nvSpPr>
        <p:spPr>
          <a:xfrm>
            <a:off x="0" y="4846320"/>
            <a:ext cx="3108960" cy="274320"/>
          </a:xfrm>
          <a:prstGeom prst="rect">
            <a:avLst/>
          </a:prstGeom>
          <a:noFill/>
        </p:spPr>
        <p:txBody>
          <a:bodyPr wrap="square">
            <a:spAutoFit/>
          </a:bodyPr>
          <a:lstStyle/>
          <a:p>
            <a:pPr algn="l"/>
            <a:r>
              <a:rPr b="0" sz="700">
                <a:solidFill>
                  <a:srgbClr val="525D6A"/>
                </a:solidFill>
                <a:latin typeface="Archivo"/>
              </a:rPr>
              <a:t>Workday Confidential</a:t>
            </a:r>
          </a:p>
        </p:txBody>
      </p:sp>
      <p:sp>
        <p:nvSpPr>
          <p:cNvPr id="571698" name="TextBox 571697"/>
          <p:cNvSpPr txBox="1"/>
          <p:nvPr/>
        </p:nvSpPr>
        <p:spPr>
          <a:xfrm>
            <a:off x="8412480" y="4846320"/>
            <a:ext cx="548640" cy="274320"/>
          </a:xfrm>
          <a:prstGeom prst="rect">
            <a:avLst/>
          </a:prstGeom>
          <a:noFill/>
        </p:spPr>
        <p:txBody>
          <a:bodyPr wrap="square">
            <a:spAutoFit/>
          </a:bodyPr>
          <a:lstStyle/>
          <a:p>
            <a:pPr algn="r"/>
            <a:r>
              <a:rPr b="0" sz="700">
                <a:solidFill>
                  <a:srgbClr val="525D6A"/>
                </a:solidFill>
                <a:latin typeface="Archivo"/>
              </a:rPr>
              <a:t>8</a:t>
            </a:r>
          </a:p>
        </p:txBody>
      </p:sp>
      <p:sp>
        <p:nvSpPr>
          <p:cNvPr id="571699" name="TextBox 571698"/>
          <p:cNvSpPr txBox="1"/>
          <p:nvPr/>
        </p:nvSpPr>
        <p:spPr>
          <a:xfrm>
            <a:off x="640080" y="1097280"/>
            <a:ext cx="7863840" cy="2560320"/>
          </a:xfrm>
          <a:prstGeom prst="rect">
            <a:avLst/>
          </a:prstGeom>
          <a:noFill/>
        </p:spPr>
        <p:txBody>
          <a:bodyPr wrap="square">
            <a:spAutoFit/>
          </a:bodyPr>
          <a:lstStyle/>
          <a:p>
            <a:pPr lvl="1" marL="228600" indent="-182880">
              <a:spcAft>
                <a:spcPts val="600"/>
              </a:spcAft>
              <a:buFont typeface="Archivo"/>
              <a:buChar char="•"/>
            </a:pPr>
            <a:r>
              <a:rPr sz="1400">
                <a:solidFill>
                  <a:srgbClr val="0F2E66"/>
                </a:solidFill>
                <a:latin typeface="Archivo"/>
              </a:rPr>
              <a:t>IMARC cites India HCM software near USD 927.5 million (2024) toward USD 2,861.9 million by 2033 at 12.35% CAGR (2025–2033), signalling suite budget headroom that rewards compliance-aware, mobile-ready differentiators.</a:t>
            </a:r>
          </a:p>
          <a:p>
            <a:pPr lvl="1" marL="228600" indent="-182880">
              <a:spcAft>
                <a:spcPts val="600"/>
              </a:spcAft>
              <a:buFont typeface="Archivo"/>
              <a:buChar char="•"/>
            </a:pPr>
            <a:r>
              <a:rPr sz="1400">
                <a:solidFill>
                  <a:srgbClr val="0F2E66"/>
                </a:solidFill>
                <a:latin typeface="Archivo"/>
              </a:rPr>
              <a:t>WhatsApp user bases in India are cited in mid-hundreds of millions with very high smartphone-user penetration; mobile apply, messaging-first candidate journeys, and recruiter mobility are default expectations, not optional channels.</a:t>
            </a:r>
          </a:p>
          <a:p>
            <a:pPr lvl="1" marL="228600" indent="-182880">
              <a:spcAft>
                <a:spcPts val="600"/>
              </a:spcAft>
              <a:buFont typeface="Archivo"/>
              <a:buChar char="•"/>
            </a:pPr>
            <a:r>
              <a:rPr sz="1400">
                <a:solidFill>
                  <a:srgbClr val="0F2E66"/>
                </a:solidFill>
                <a:latin typeface="Archivo"/>
              </a:rPr>
              <a:t>IDC narrative sizes India public cloud near USD 10.9 billion (2024) toward USD 30.4 billion by 2029 at 22.6% CAGR, reinforcing SaaS delivery, API ecosystems, and integration depth as procurement baselines for enterprise TA stacks.</a:t>
            </a:r>
          </a:p>
          <a:p>
            <a:pPr lvl="1" marL="228600" indent="-182880">
              <a:spcAft>
                <a:spcPts val="600"/>
              </a:spcAft>
              <a:buFont typeface="Archivo"/>
              <a:buChar char="•"/>
            </a:pPr>
            <a:r>
              <a:rPr sz="1400">
                <a:solidFill>
                  <a:srgbClr val="0F2E66"/>
                </a:solidFill>
                <a:latin typeface="Archivo"/>
              </a:rPr>
              <a:t>GenAI in HR is widely piloted but shallow on realised outcomes; BCG-style India reporting notes privacy as a stated brake, which supports consent-first automation, human-in-the-loop screening, and audit logging as buyer-safe positioning.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840626" name="Google Shape;65;p17"/>
          <p:cNvPicPr preferRelativeResize="0"/>
          <p:nvPr/>
        </p:nvPicPr>
        <p:blipFill rotWithShape="1">
          <a:blip r:embed="rId2">
            <a:alphaModFix/>
          </a:blip>
          <a:srcRect b="0" l="4364" r="70596" t="0"/>
          <a:stretch/>
        </p:blipFill>
        <p:spPr>
          <a:xfrm>
            <a:off x="-1" y="-2286"/>
            <a:ext cx="2508653" cy="5148072"/>
          </a:xfrm>
          <a:prstGeom prst="rect">
            <a:avLst/>
          </a:prstGeom>
          <a:noFill/>
          <a:ln>
            <a:noFill/>
          </a:ln>
        </p:spPr>
      </p:pic>
      <p:sp>
        <p:nvSpPr>
          <p:cNvPr id="840627" name="TextBox 840626"/>
          <p:cNvSpPr txBox="1"/>
          <p:nvPr/>
        </p:nvSpPr>
        <p:spPr>
          <a:xfrm>
            <a:off x="0" y="4846320"/>
            <a:ext cx="3108960" cy="274320"/>
          </a:xfrm>
          <a:prstGeom prst="rect">
            <a:avLst/>
          </a:prstGeom>
          <a:noFill/>
        </p:spPr>
        <p:txBody>
          <a:bodyPr wrap="square">
            <a:spAutoFit/>
          </a:bodyPr>
          <a:lstStyle/>
          <a:p>
            <a:pPr algn="l"/>
            <a:r>
              <a:rPr b="0" sz="700">
                <a:solidFill>
                  <a:srgbClr val="525D6A"/>
                </a:solidFill>
                <a:latin typeface="Archivo"/>
              </a:rPr>
              <a:t>Workday Confidential</a:t>
            </a:r>
          </a:p>
        </p:txBody>
      </p:sp>
      <p:sp>
        <p:nvSpPr>
          <p:cNvPr id="840628" name="TextBox 840627"/>
          <p:cNvSpPr txBox="1"/>
          <p:nvPr/>
        </p:nvSpPr>
        <p:spPr>
          <a:xfrm>
            <a:off x="8412480" y="4846320"/>
            <a:ext cx="548640" cy="274320"/>
          </a:xfrm>
          <a:prstGeom prst="rect">
            <a:avLst/>
          </a:prstGeom>
          <a:noFill/>
        </p:spPr>
        <p:txBody>
          <a:bodyPr wrap="square">
            <a:spAutoFit/>
          </a:bodyPr>
          <a:lstStyle/>
          <a:p>
            <a:pPr algn="r"/>
            <a:r>
              <a:rPr b="0" sz="700">
                <a:solidFill>
                  <a:srgbClr val="525D6A"/>
                </a:solidFill>
                <a:latin typeface="Archivo"/>
              </a:rPr>
              <a:t>9</a:t>
            </a:r>
          </a:p>
        </p:txBody>
      </p:sp>
      <p:sp>
        <p:nvSpPr>
          <p:cNvPr id="840629" name="TextBox 840628"/>
          <p:cNvSpPr txBox="1"/>
          <p:nvPr/>
        </p:nvSpPr>
        <p:spPr>
          <a:xfrm>
            <a:off x="3017520" y="1371600"/>
            <a:ext cx="5120640" cy="2011680"/>
          </a:xfrm>
          <a:prstGeom prst="rect">
            <a:avLst/>
          </a:prstGeom>
          <a:noFill/>
        </p:spPr>
        <p:txBody>
          <a:bodyPr wrap="square">
            <a:spAutoFit/>
          </a:bodyPr>
          <a:lstStyle/>
          <a:p>
            <a:r>
              <a:rPr sz="1200">
                <a:solidFill>
                  <a:srgbClr val="0F2E66"/>
                </a:solidFill>
                <a:latin typeface="Archivo"/>
              </a:rPr>
              <a:t>S E C T I O N  0 4
Product strategy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Q2 2026 Product Priorities</a:t>
            </a:r>
          </a:p>
        </p:txBody>
      </p:sp>
      <p:sp>
        <p:nvSpPr>
          <p:cNvPr id="3" name="TextBox 2"/>
          <p:cNvSpPr txBox="1"/>
          <p:nvPr/>
        </p:nvSpPr>
        <p:spPr>
          <a:xfrm>
            <a:off x="0" y="4846320"/>
            <a:ext cx="3108960" cy="274320"/>
          </a:xfrm>
          <a:prstGeom prst="rect">
            <a:avLst/>
          </a:prstGeom>
          <a:noFill/>
        </p:spPr>
        <p:txBody>
          <a:bodyPr wrap="square">
            <a:spAutoFit/>
          </a:bodyPr>
          <a:lstStyle/>
          <a:p>
            <a:pPr algn="l"/>
            <a:r>
              <a:rPr b="0" sz="700">
                <a:solidFill>
                  <a:srgbClr val="525D6A"/>
                </a:solidFill>
                <a:latin typeface="Archivo"/>
              </a:rPr>
              <a:t>Workday Confidential</a:t>
            </a:r>
          </a:p>
        </p:txBody>
      </p:sp>
      <p:sp>
        <p:nvSpPr>
          <p:cNvPr id="4" name="TextBox 3"/>
          <p:cNvSpPr txBox="1"/>
          <p:nvPr/>
        </p:nvSpPr>
        <p:spPr>
          <a:xfrm>
            <a:off x="8412480" y="4846320"/>
            <a:ext cx="548640" cy="274320"/>
          </a:xfrm>
          <a:prstGeom prst="rect">
            <a:avLst/>
          </a:prstGeom>
          <a:noFill/>
        </p:spPr>
        <p:txBody>
          <a:bodyPr wrap="square">
            <a:spAutoFit/>
          </a:bodyPr>
          <a:lstStyle/>
          <a:p>
            <a:pPr algn="r"/>
            <a:r>
              <a:rPr b="0" sz="700">
                <a:solidFill>
                  <a:srgbClr val="525D6A"/>
                </a:solidFill>
                <a:latin typeface="Archivo"/>
              </a:rPr>
              <a:t>10</a:t>
            </a:r>
          </a:p>
        </p:txBody>
      </p:sp>
      <p:sp>
        <p:nvSpPr>
          <p:cNvPr id="5" name="TextBox 4"/>
          <p:cNvSpPr txBox="1"/>
          <p:nvPr/>
        </p:nvSpPr>
        <p:spPr>
          <a:xfrm>
            <a:off x="640080" y="1097280"/>
            <a:ext cx="7863840" cy="2560320"/>
          </a:xfrm>
          <a:prstGeom prst="rect">
            <a:avLst/>
          </a:prstGeom>
          <a:noFill/>
        </p:spPr>
        <p:txBody>
          <a:bodyPr wrap="square">
            <a:spAutoFit/>
          </a:bodyPr>
          <a:lstStyle/>
          <a:p>
            <a:pPr lvl="1" marL="228600" indent="-182880">
              <a:spcAft>
                <a:spcPts val="600"/>
              </a:spcAft>
              <a:buFont typeface="Archivo"/>
              <a:buChar char="•"/>
            </a:pPr>
            <a:r>
              <a:rPr sz="1400">
                <a:solidFill>
                  <a:srgbClr val="0F2E66"/>
                </a:solidFill>
                <a:latin typeface="Archivo"/>
              </a:rPr>
              <a:t>India scale growth: eight customers targeted in Q2 with DPDP compliance programmes and local job board reach via certified partner distribution.</a:t>
            </a:r>
          </a:p>
          <a:p>
            <a:pPr lvl="1" marL="228600" indent="-182880">
              <a:spcAft>
                <a:spcPts val="600"/>
              </a:spcAft>
              <a:buFont typeface="Archivo"/>
              <a:buChar char="•"/>
            </a:pPr>
            <a:r>
              <a:rPr sz="1400">
                <a:solidFill>
                  <a:srgbClr val="0F2E66"/>
                </a:solidFill>
                <a:latin typeface="Archivo"/>
              </a:rPr>
              <a:t>AI candidate matching: HiredScore activation with explainability and human review aligns to India volume hiring when consent and oversight are credible.</a:t>
            </a:r>
          </a:p>
          <a:p>
            <a:pPr lvl="1" marL="228600" indent="-182880">
              <a:spcAft>
                <a:spcPts val="600"/>
              </a:spcAft>
              <a:buFont typeface="Archivo"/>
              <a:buChar char="•"/>
            </a:pPr>
            <a:r>
              <a:rPr sz="1400">
                <a:solidFill>
                  <a:srgbClr val="0F2E66"/>
                </a:solidFill>
                <a:latin typeface="Archivo"/>
              </a:rPr>
              <a:t>Core ATS parity: bulk actions, mobile recruiter experience, BGV integrations, and Paradox scheduling reduce table-stakes objections in India cycles.</a:t>
            </a:r>
          </a:p>
          <a:p>
            <a:pPr lvl="1" marL="228600" indent="-182880">
              <a:spcAft>
                <a:spcPts val="600"/>
              </a:spcAft>
              <a:buFont typeface="Archivo"/>
              <a:buChar char="•"/>
            </a:pPr>
            <a:r>
              <a:rPr sz="1400">
                <a:solidFill>
                  <a:srgbClr val="0F2E66"/>
                </a:solidFill>
                <a:latin typeface="Archivo"/>
              </a:rPr>
              <a:t>GCC market readiness remains corporate Priority 1; messaging and compliance patterns there still inform India buyer expectations on channels and auditability.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32045" name="Google Shape;120;p22"/>
          <p:cNvPicPr preferRelativeResize="0"/>
          <p:nvPr/>
        </p:nvPicPr>
        <p:blipFill rotWithShape="1">
          <a:blip r:embed="rId2">
            <a:alphaModFix/>
          </a:blip>
          <a:srcRect b="38102" l="0" r="0" t="0"/>
          <a:stretch/>
        </p:blipFill>
        <p:spPr>
          <a:xfrm>
            <a:off x="0" y="1"/>
            <a:ext cx="9144000" cy="5143500"/>
          </a:xfrm>
          <a:prstGeom prst="rect">
            <a:avLst/>
          </a:prstGeom>
          <a:noFill/>
          <a:ln>
            <a:noFill/>
          </a:ln>
        </p:spPr>
      </p:pic>
      <p:sp>
        <p:nvSpPr>
          <p:cNvPr id="2" name="Title 1"/>
          <p:cNvSpPr>
            <a:spLocks noGrp="1"/>
          </p:cNvSpPr>
          <p:nvPr>
            <p:ph type="title"/>
          </p:nvPr>
        </p:nvSpPr>
        <p:spPr/>
        <p:txBody>
          <a:bodyPr/>
          <a:lstStyle/>
          <a:p>
            <a:r>
              <a:t>Regional Expansion Strategy</a:t>
            </a:r>
          </a:p>
        </p:txBody>
      </p:sp>
      <p:sp>
        <p:nvSpPr>
          <p:cNvPr id="632046" name="TextBox 632045"/>
          <p:cNvSpPr txBox="1"/>
          <p:nvPr/>
        </p:nvSpPr>
        <p:spPr>
          <a:xfrm>
            <a:off x="0" y="4846320"/>
            <a:ext cx="3108960" cy="274320"/>
          </a:xfrm>
          <a:prstGeom prst="rect">
            <a:avLst/>
          </a:prstGeom>
          <a:noFill/>
        </p:spPr>
        <p:txBody>
          <a:bodyPr wrap="square">
            <a:spAutoFit/>
          </a:bodyPr>
          <a:lstStyle/>
          <a:p>
            <a:pPr algn="l"/>
            <a:r>
              <a:rPr b="0" sz="700">
                <a:solidFill>
                  <a:srgbClr val="525D6A"/>
                </a:solidFill>
                <a:latin typeface="Archivo"/>
              </a:rPr>
              <a:t>Workday Confidential</a:t>
            </a:r>
          </a:p>
        </p:txBody>
      </p:sp>
      <p:sp>
        <p:nvSpPr>
          <p:cNvPr id="632047" name="TextBox 632046"/>
          <p:cNvSpPr txBox="1"/>
          <p:nvPr/>
        </p:nvSpPr>
        <p:spPr>
          <a:xfrm>
            <a:off x="8412480" y="4846320"/>
            <a:ext cx="548640" cy="274320"/>
          </a:xfrm>
          <a:prstGeom prst="rect">
            <a:avLst/>
          </a:prstGeom>
          <a:noFill/>
        </p:spPr>
        <p:txBody>
          <a:bodyPr wrap="square">
            <a:spAutoFit/>
          </a:bodyPr>
          <a:lstStyle/>
          <a:p>
            <a:pPr algn="r"/>
            <a:r>
              <a:rPr b="0" sz="700">
                <a:solidFill>
                  <a:srgbClr val="525D6A"/>
                </a:solidFill>
                <a:latin typeface="Archivo"/>
              </a:rPr>
              <a:t>11</a:t>
            </a:r>
          </a:p>
        </p:txBody>
      </p:sp>
      <p:sp>
        <p:nvSpPr>
          <p:cNvPr id="632048" name="TextBox 632047"/>
          <p:cNvSpPr txBox="1"/>
          <p:nvPr/>
        </p:nvSpPr>
        <p:spPr>
          <a:xfrm>
            <a:off x="640080" y="1097280"/>
            <a:ext cx="7863840" cy="2560320"/>
          </a:xfrm>
          <a:prstGeom prst="rect">
            <a:avLst/>
          </a:prstGeom>
          <a:noFill/>
        </p:spPr>
        <p:txBody>
          <a:bodyPr wrap="square">
            <a:spAutoFit/>
          </a:bodyPr>
          <a:lstStyle/>
          <a:p>
            <a:pPr lvl="1" marL="228600" indent="-182880">
              <a:spcAft>
                <a:spcPts val="600"/>
              </a:spcAft>
              <a:buFont typeface="Archivo"/>
              <a:buChar char="•"/>
            </a:pPr>
            <a:r>
              <a:rPr sz="1400">
                <a:solidFill>
                  <a:srgbClr val="0F2E66"/>
                </a:solidFill>
                <a:latin typeface="Archivo"/>
              </a:rPr>
              <a:t>India: medium priority; eight Q2 wins; DPDP compliance and local boards as explicit hooks in quarterly markdown.</a:t>
            </a:r>
          </a:p>
          <a:p>
            <a:pPr lvl="1" marL="228600" indent="-182880">
              <a:spcAft>
                <a:spcPts val="600"/>
              </a:spcAft>
              <a:buFont typeface="Archivo"/>
              <a:buChar char="•"/>
            </a:pPr>
            <a:r>
              <a:rPr sz="1400">
                <a:solidFill>
                  <a:srgbClr val="0F2E66"/>
                </a:solidFill>
                <a:latin typeface="Archivo"/>
              </a:rPr>
              <a:t>GCC: high priority; ten Q2 wins; WhatsApp, nationalisation, Arabic, and boards blockers drive corporate OKR focus.</a:t>
            </a:r>
          </a:p>
          <a:p>
            <a:pPr lvl="1" marL="228600" indent="-182880">
              <a:spcAft>
                <a:spcPts val="600"/>
              </a:spcAft>
              <a:buFont typeface="Archivo"/>
              <a:buChar char="•"/>
            </a:pPr>
            <a:r>
              <a:rPr sz="1400">
                <a:solidFill>
                  <a:srgbClr val="0F2E66"/>
                </a:solidFill>
                <a:latin typeface="Archivo"/>
              </a:rPr>
              <a:t>Japan: medium; five expansions; two-step offer and APPI compliance deepen multinational templates.</a:t>
            </a:r>
          </a:p>
          <a:p>
            <a:pPr lvl="1" marL="228600" indent="-182880">
              <a:spcAft>
                <a:spcPts val="600"/>
              </a:spcAft>
              <a:buFont typeface="Archivo"/>
              <a:buChar char="•"/>
            </a:pPr>
            <a:r>
              <a:rPr sz="1400">
                <a:solidFill>
                  <a:srgbClr val="0F2E66"/>
                </a:solidFill>
                <a:latin typeface="Archivo"/>
              </a:rPr>
              <a:t>Australia: medium; three expansions; Fair Work Act and SEEK integration maintain leadership narrative.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Competitive Positioning - Differentiation</a:t>
            </a:r>
          </a:p>
        </p:txBody>
      </p:sp>
      <p:sp>
        <p:nvSpPr>
          <p:cNvPr id="3" name="TextBox 2"/>
          <p:cNvSpPr txBox="1"/>
          <p:nvPr/>
        </p:nvSpPr>
        <p:spPr>
          <a:xfrm>
            <a:off x="0" y="4846320"/>
            <a:ext cx="3108960" cy="274320"/>
          </a:xfrm>
          <a:prstGeom prst="rect">
            <a:avLst/>
          </a:prstGeom>
          <a:noFill/>
        </p:spPr>
        <p:txBody>
          <a:bodyPr wrap="square">
            <a:spAutoFit/>
          </a:bodyPr>
          <a:lstStyle/>
          <a:p>
            <a:pPr algn="l"/>
            <a:r>
              <a:rPr b="0" sz="700">
                <a:solidFill>
                  <a:srgbClr val="525D6A"/>
                </a:solidFill>
                <a:latin typeface="Archivo"/>
              </a:rPr>
              <a:t>Workday Confidential</a:t>
            </a:r>
          </a:p>
        </p:txBody>
      </p:sp>
      <p:sp>
        <p:nvSpPr>
          <p:cNvPr id="4" name="TextBox 3"/>
          <p:cNvSpPr txBox="1"/>
          <p:nvPr/>
        </p:nvSpPr>
        <p:spPr>
          <a:xfrm>
            <a:off x="8412480" y="4846320"/>
            <a:ext cx="548640" cy="274320"/>
          </a:xfrm>
          <a:prstGeom prst="rect">
            <a:avLst/>
          </a:prstGeom>
          <a:noFill/>
        </p:spPr>
        <p:txBody>
          <a:bodyPr wrap="square">
            <a:spAutoFit/>
          </a:bodyPr>
          <a:lstStyle/>
          <a:p>
            <a:pPr algn="r"/>
            <a:r>
              <a:rPr b="0" sz="700">
                <a:solidFill>
                  <a:srgbClr val="525D6A"/>
                </a:solidFill>
                <a:latin typeface="Archivo"/>
              </a:rPr>
              <a:t>12</a:t>
            </a:r>
          </a:p>
        </p:txBody>
      </p:sp>
      <p:sp>
        <p:nvSpPr>
          <p:cNvPr id="5" name="TextBox 4"/>
          <p:cNvSpPr txBox="1"/>
          <p:nvPr/>
        </p:nvSpPr>
        <p:spPr>
          <a:xfrm>
            <a:off x="640080" y="1097280"/>
            <a:ext cx="7863840" cy="2560320"/>
          </a:xfrm>
          <a:prstGeom prst="rect">
            <a:avLst/>
          </a:prstGeom>
          <a:noFill/>
        </p:spPr>
        <p:txBody>
          <a:bodyPr wrap="square">
            <a:spAutoFit/>
          </a:bodyPr>
          <a:lstStyle/>
          <a:p>
            <a:pPr lvl="1" marL="228600" indent="-182880">
              <a:spcAft>
                <a:spcPts val="600"/>
              </a:spcAft>
              <a:buFont typeface="Archivo"/>
              <a:buChar char="•"/>
            </a:pPr>
            <a:r>
              <a:rPr sz="1400">
                <a:solidFill>
                  <a:srgbClr val="0F2E66"/>
                </a:solidFill>
                <a:latin typeface="Archivo"/>
              </a:rPr>
              <a:t>Suite depth: hire-to-retire coherence, security model, and global rollout patterns versus point ATS and regional HRMS bundles.</a:t>
            </a:r>
          </a:p>
          <a:p>
            <a:pPr lvl="1" marL="228600" indent="-182880">
              <a:spcAft>
                <a:spcPts val="600"/>
              </a:spcAft>
              <a:buFont typeface="Archivo"/>
              <a:buChar char="•"/>
            </a:pPr>
            <a:r>
              <a:rPr sz="1400">
                <a:solidFill>
                  <a:srgbClr val="0F2E66"/>
                </a:solidFill>
                <a:latin typeface="Archivo"/>
              </a:rPr>
              <a:t>AI-powered: HiredScore and Workday AI with human-in-the-loop versus undifferentiated agentic demos from enterprise incumbents.</a:t>
            </a:r>
          </a:p>
          <a:p>
            <a:pPr lvl="1" marL="228600" indent="-182880">
              <a:spcAft>
                <a:spcPts val="600"/>
              </a:spcAft>
              <a:buFont typeface="Archivo"/>
              <a:buChar char="•"/>
            </a:pPr>
            <a:r>
              <a:rPr sz="1400">
                <a:solidFill>
                  <a:srgbClr val="0F2E66"/>
                </a:solidFill>
                <a:latin typeface="Archivo"/>
              </a:rPr>
              <a:t>Compliance-first: configurable consent, retention, and purge levers mapped to DPDP expectations when paired with customer legal programmes.</a:t>
            </a:r>
          </a:p>
          <a:p>
            <a:pPr lvl="1" marL="228600" indent="-182880">
              <a:spcAft>
                <a:spcPts val="600"/>
              </a:spcAft>
              <a:buFont typeface="Archivo"/>
              <a:buChar char="•"/>
            </a:pPr>
            <a:r>
              <a:rPr sz="1400">
                <a:solidFill>
                  <a:srgbClr val="0F2E66"/>
                </a:solidFill>
                <a:latin typeface="Archivo"/>
              </a:rPr>
              <a:t>Vulnerabilities: job board coverage via partners first, mobile recruiter parity gaps, and scheduling depth tied to Paradox activation.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48458" name="Google Shape;65;p17"/>
          <p:cNvPicPr preferRelativeResize="0"/>
          <p:nvPr/>
        </p:nvPicPr>
        <p:blipFill rotWithShape="1">
          <a:blip r:embed="rId2">
            <a:alphaModFix/>
          </a:blip>
          <a:srcRect b="0" l="4364" r="70596" t="0"/>
          <a:stretch/>
        </p:blipFill>
        <p:spPr>
          <a:xfrm>
            <a:off x="-1" y="-2286"/>
            <a:ext cx="2508653" cy="5148072"/>
          </a:xfrm>
          <a:prstGeom prst="rect">
            <a:avLst/>
          </a:prstGeom>
          <a:noFill/>
          <a:ln>
            <a:noFill/>
          </a:ln>
        </p:spPr>
      </p:pic>
      <p:sp>
        <p:nvSpPr>
          <p:cNvPr id="448459" name="TextBox 448458"/>
          <p:cNvSpPr txBox="1"/>
          <p:nvPr/>
        </p:nvSpPr>
        <p:spPr>
          <a:xfrm>
            <a:off x="0" y="4846320"/>
            <a:ext cx="3108960" cy="274320"/>
          </a:xfrm>
          <a:prstGeom prst="rect">
            <a:avLst/>
          </a:prstGeom>
          <a:noFill/>
        </p:spPr>
        <p:txBody>
          <a:bodyPr wrap="square">
            <a:spAutoFit/>
          </a:bodyPr>
          <a:lstStyle/>
          <a:p>
            <a:pPr algn="l"/>
            <a:r>
              <a:rPr b="0" sz="700">
                <a:solidFill>
                  <a:srgbClr val="525D6A"/>
                </a:solidFill>
                <a:latin typeface="Archivo"/>
              </a:rPr>
              <a:t>Workday Confidential</a:t>
            </a:r>
          </a:p>
        </p:txBody>
      </p:sp>
      <p:sp>
        <p:nvSpPr>
          <p:cNvPr id="448460" name="TextBox 448459"/>
          <p:cNvSpPr txBox="1"/>
          <p:nvPr/>
        </p:nvSpPr>
        <p:spPr>
          <a:xfrm>
            <a:off x="8412480" y="4846320"/>
            <a:ext cx="548640" cy="274320"/>
          </a:xfrm>
          <a:prstGeom prst="rect">
            <a:avLst/>
          </a:prstGeom>
          <a:noFill/>
        </p:spPr>
        <p:txBody>
          <a:bodyPr wrap="square">
            <a:spAutoFit/>
          </a:bodyPr>
          <a:lstStyle/>
          <a:p>
            <a:pPr algn="r"/>
            <a:r>
              <a:rPr b="0" sz="700">
                <a:solidFill>
                  <a:srgbClr val="525D6A"/>
                </a:solidFill>
                <a:latin typeface="Archivo"/>
              </a:rPr>
              <a:t>13</a:t>
            </a:r>
          </a:p>
        </p:txBody>
      </p:sp>
      <p:sp>
        <p:nvSpPr>
          <p:cNvPr id="448461" name="TextBox 448460"/>
          <p:cNvSpPr txBox="1"/>
          <p:nvPr/>
        </p:nvSpPr>
        <p:spPr>
          <a:xfrm>
            <a:off x="3017520" y="1371600"/>
            <a:ext cx="5120640" cy="2011680"/>
          </a:xfrm>
          <a:prstGeom prst="rect">
            <a:avLst/>
          </a:prstGeom>
          <a:noFill/>
        </p:spPr>
        <p:txBody>
          <a:bodyPr wrap="square">
            <a:spAutoFit/>
          </a:bodyPr>
          <a:lstStyle/>
          <a:p>
            <a:r>
              <a:rPr sz="1200">
                <a:solidFill>
                  <a:srgbClr val="0F2E66"/>
                </a:solidFill>
                <a:latin typeface="Archivo"/>
              </a:rPr>
              <a:t>S E C T I O N  0 5
PESTEL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Political</a:t>
            </a:r>
          </a:p>
        </p:txBody>
      </p:sp>
      <p:sp>
        <p:nvSpPr>
          <p:cNvPr id="3" name="TextBox 2"/>
          <p:cNvSpPr txBox="1"/>
          <p:nvPr/>
        </p:nvSpPr>
        <p:spPr>
          <a:xfrm>
            <a:off x="0" y="4846320"/>
            <a:ext cx="3108960" cy="274320"/>
          </a:xfrm>
          <a:prstGeom prst="rect">
            <a:avLst/>
          </a:prstGeom>
          <a:noFill/>
        </p:spPr>
        <p:txBody>
          <a:bodyPr wrap="square">
            <a:spAutoFit/>
          </a:bodyPr>
          <a:lstStyle/>
          <a:p>
            <a:pPr algn="l"/>
            <a:r>
              <a:rPr b="0" sz="700">
                <a:solidFill>
                  <a:srgbClr val="525D6A"/>
                </a:solidFill>
                <a:latin typeface="Archivo"/>
              </a:rPr>
              <a:t>Workday Confidential</a:t>
            </a:r>
          </a:p>
        </p:txBody>
      </p:sp>
      <p:sp>
        <p:nvSpPr>
          <p:cNvPr id="4" name="TextBox 3"/>
          <p:cNvSpPr txBox="1"/>
          <p:nvPr/>
        </p:nvSpPr>
        <p:spPr>
          <a:xfrm>
            <a:off x="8412480" y="4846320"/>
            <a:ext cx="548640" cy="274320"/>
          </a:xfrm>
          <a:prstGeom prst="rect">
            <a:avLst/>
          </a:prstGeom>
          <a:noFill/>
        </p:spPr>
        <p:txBody>
          <a:bodyPr wrap="square">
            <a:spAutoFit/>
          </a:bodyPr>
          <a:lstStyle/>
          <a:p>
            <a:pPr algn="r"/>
            <a:r>
              <a:rPr b="0" sz="700">
                <a:solidFill>
                  <a:srgbClr val="525D6A"/>
                </a:solidFill>
                <a:latin typeface="Archivo"/>
              </a:rPr>
              <a:t>14</a:t>
            </a:r>
          </a:p>
        </p:txBody>
      </p:sp>
      <p:sp>
        <p:nvSpPr>
          <p:cNvPr id="5" name="TextBox 4"/>
          <p:cNvSpPr txBox="1"/>
          <p:nvPr/>
        </p:nvSpPr>
        <p:spPr>
          <a:xfrm>
            <a:off x="640080" y="1097280"/>
            <a:ext cx="7863840" cy="2560320"/>
          </a:xfrm>
          <a:prstGeom prst="rect">
            <a:avLst/>
          </a:prstGeom>
          <a:noFill/>
        </p:spPr>
        <p:txBody>
          <a:bodyPr wrap="square">
            <a:spAutoFit/>
          </a:bodyPr>
          <a:lstStyle/>
          <a:p>
            <a:pPr lvl="1" marL="228600" indent="-182880">
              <a:spcAft>
                <a:spcPts val="600"/>
              </a:spcAft>
              <a:buFont typeface="Archivo"/>
              <a:buChar char="•"/>
            </a:pPr>
            <a:r>
              <a:rPr sz="1200">
                <a:solidFill>
                  <a:srgbClr val="0F2E66"/>
                </a:solidFill>
                <a:latin typeface="Archivo"/>
              </a:rPr>
              <a:t>Four Labour Codes commenced on 21 November 2025, consolidating twenty-nine legacy statutes into wages, social security, industrial relations, and OSH; state rules still evolve, so hiring templates must stay configurable and auditable.</a:t>
            </a:r>
          </a:p>
          <a:p>
            <a:pPr lvl="1" marL="228600" indent="-182880">
              <a:spcAft>
                <a:spcPts val="600"/>
              </a:spcAft>
              <a:buFont typeface="Archivo"/>
              <a:buChar char="•"/>
            </a:pPr>
            <a:r>
              <a:rPr sz="1200">
                <a:solidFill>
                  <a:srgbClr val="0F2E66"/>
                </a:solidFill>
                <a:latin typeface="Archivo"/>
              </a:rPr>
              <a:t>EPFO accelerated UAN onboarding via UMANG with Aadhaar face authentication from 1 August 2025 (press, EPFO), reinforcing trusted digital identity for statutory benefits enrolment adjacent to recruiting.</a:t>
            </a:r>
          </a:p>
          <a:p>
            <a:pPr lvl="1" marL="228600" indent="-182880">
              <a:spcAft>
                <a:spcPts val="600"/>
              </a:spcAft>
              <a:buFont typeface="Archivo"/>
              <a:buChar char="•"/>
            </a:pPr>
            <a:r>
              <a:rPr sz="1200">
                <a:solidFill>
                  <a:srgbClr val="0F2E66"/>
                </a:solidFill>
                <a:latin typeface="Archivo"/>
              </a:rPr>
              <a:t>Code on Social Security 2020 framing plus e-Shram registration narratives in PIB-style reporting expand formal workforce coverage toward gig and platform workers, widening the addressable compliance surface for flexible hiring models.</a:t>
            </a:r>
          </a:p>
          <a:p>
            <a:pPr lvl="1" marL="228600" indent="-182880">
              <a:spcAft>
                <a:spcPts val="600"/>
              </a:spcAft>
              <a:buFont typeface="Archivo"/>
              <a:buChar char="•"/>
            </a:pPr>
            <a:r>
              <a:rPr sz="1200">
                <a:solidFill>
                  <a:srgbClr val="0F2E66"/>
                </a:solidFill>
                <a:latin typeface="Archivo"/>
              </a:rPr>
              <a:t>Centre–state alignment on wages, social security contributions, and OSH implementation is still evolving (Mint, Lexology commentary); enterprises expect auditable hiring documentation, contract-type flexibility, and dispute-ready records.</a:t>
            </a:r>
          </a:p>
          <a:p>
            <a:pPr/>
            <a:r>
              <a:rPr b="1" sz="1200">
                <a:solidFill>
                  <a:srgbClr val="0F2E66"/>
                </a:solidFill>
                <a:highlight>
                  <a:srgbClr val="FFFF00"/>
                </a:highlight>
                <a:latin typeface="Archivo"/>
              </a:rPr>
              <a:t>Product implication: </a:t>
            </a:r>
            <a:r>
              <a:rPr b="1" sz="1200">
                <a:solidFill>
                  <a:srgbClr val="0F2E66"/>
                </a:solidFill>
                <a:highlight>
                  <a:srgbClr val="FFFF00"/>
                </a:highlight>
                <a:latin typeface="Archivo"/>
              </a:rPr>
              <a:t>Treat India as a market where hiring workflows must align to newly unified labour-code compliance and routine digital identity touches: ship country-specific contract and documentation configuration, clear separation between recruiting marketing data and benefits enrolment integrations, and partner-led WhatsApp-class messaging rather than email-only candidate journeys.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Economic</a:t>
            </a:r>
          </a:p>
        </p:txBody>
      </p:sp>
      <p:sp>
        <p:nvSpPr>
          <p:cNvPr id="3" name="TextBox 2"/>
          <p:cNvSpPr txBox="1"/>
          <p:nvPr/>
        </p:nvSpPr>
        <p:spPr>
          <a:xfrm>
            <a:off x="0" y="4846320"/>
            <a:ext cx="3108960" cy="274320"/>
          </a:xfrm>
          <a:prstGeom prst="rect">
            <a:avLst/>
          </a:prstGeom>
          <a:noFill/>
        </p:spPr>
        <p:txBody>
          <a:bodyPr wrap="square">
            <a:spAutoFit/>
          </a:bodyPr>
          <a:lstStyle/>
          <a:p>
            <a:pPr algn="l"/>
            <a:r>
              <a:rPr b="0" sz="700">
                <a:solidFill>
                  <a:srgbClr val="525D6A"/>
                </a:solidFill>
                <a:latin typeface="Archivo"/>
              </a:rPr>
              <a:t>Workday Confidential</a:t>
            </a:r>
          </a:p>
        </p:txBody>
      </p:sp>
      <p:sp>
        <p:nvSpPr>
          <p:cNvPr id="4" name="TextBox 3"/>
          <p:cNvSpPr txBox="1"/>
          <p:nvPr/>
        </p:nvSpPr>
        <p:spPr>
          <a:xfrm>
            <a:off x="8412480" y="4846320"/>
            <a:ext cx="548640" cy="274320"/>
          </a:xfrm>
          <a:prstGeom prst="rect">
            <a:avLst/>
          </a:prstGeom>
          <a:noFill/>
        </p:spPr>
        <p:txBody>
          <a:bodyPr wrap="square">
            <a:spAutoFit/>
          </a:bodyPr>
          <a:lstStyle/>
          <a:p>
            <a:pPr algn="r"/>
            <a:r>
              <a:rPr b="0" sz="700">
                <a:solidFill>
                  <a:srgbClr val="525D6A"/>
                </a:solidFill>
                <a:latin typeface="Archivo"/>
              </a:rPr>
              <a:t>15</a:t>
            </a:r>
          </a:p>
        </p:txBody>
      </p:sp>
      <p:sp>
        <p:nvSpPr>
          <p:cNvPr id="5" name="TextBox 4"/>
          <p:cNvSpPr txBox="1"/>
          <p:nvPr/>
        </p:nvSpPr>
        <p:spPr>
          <a:xfrm>
            <a:off x="640080" y="1097280"/>
            <a:ext cx="7863840" cy="2560320"/>
          </a:xfrm>
          <a:prstGeom prst="rect">
            <a:avLst/>
          </a:prstGeom>
          <a:noFill/>
        </p:spPr>
        <p:txBody>
          <a:bodyPr wrap="square">
            <a:spAutoFit/>
          </a:bodyPr>
          <a:lstStyle/>
          <a:p>
            <a:pPr lvl="1" marL="228600" indent="-182880">
              <a:spcAft>
                <a:spcPts val="600"/>
              </a:spcAft>
              <a:buFont typeface="Archivo"/>
              <a:buChar char="•"/>
            </a:pPr>
            <a:r>
              <a:rPr sz="1200">
                <a:solidFill>
                  <a:srgbClr val="0F2E66"/>
                </a:solidFill>
                <a:latin typeface="Archivo"/>
              </a:rPr>
              <a:t>IMF and OECD commentary in early 2026 cluster near 6–7%+ real GDP growth for FY26–FY27 (Indian press summaries), supporting continued enterprise software investment where vendors prove time-to-fill, compliance efficiency, and suite TCO.</a:t>
            </a:r>
          </a:p>
          <a:p>
            <a:pPr lvl="1" marL="228600" indent="-182880">
              <a:spcAft>
                <a:spcPts val="600"/>
              </a:spcAft>
              <a:buFont typeface="Archivo"/>
              <a:buChar char="•"/>
            </a:pPr>
            <a:r>
              <a:rPr sz="1200">
                <a:solidFill>
                  <a:srgbClr val="0F2E66"/>
                </a:solidFill>
                <a:latin typeface="Archivo"/>
              </a:rPr>
              <a:t>IMARC cites India HCM at USD 927.5 million (2024) toward USD 2,861.9 million by 2033 at 12.35% CAGR (2025–2033), embedding recruiting spend inside a faster-growing human capital management envelope than ATS alone.</a:t>
            </a:r>
          </a:p>
          <a:p>
            <a:pPr lvl="1" marL="228600" indent="-182880">
              <a:spcAft>
                <a:spcPts val="600"/>
              </a:spcAft>
              <a:buFont typeface="Archivo"/>
              <a:buChar char="•"/>
            </a:pPr>
            <a:r>
              <a:rPr sz="1200">
                <a:solidFill>
                  <a:srgbClr val="0F2E66"/>
                </a:solidFill>
                <a:latin typeface="Archivo"/>
              </a:rPr>
              <a:t>India ATS is sized USD 0.30 billion (2024) toward USD 0.50 billion by 2033 at about 7.2% CAGR; IMARC drivers include AI automation, cloud adoption, remote hiring, and evolving labour law compliance automation expectations.</a:t>
            </a:r>
          </a:p>
          <a:p>
            <a:pPr lvl="1" marL="228600" indent="-182880">
              <a:spcAft>
                <a:spcPts val="600"/>
              </a:spcAft>
              <a:buFont typeface="Archivo"/>
              <a:buChar char="•"/>
            </a:pPr>
            <a:r>
              <a:rPr sz="1200">
                <a:solidFill>
                  <a:srgbClr val="0F2E66"/>
                </a:solidFill>
                <a:latin typeface="Archivo"/>
              </a:rPr>
              <a:t>Naukri JobSpeak 2025 shows resilient white-collar hiring with strong non-IT pockets (hospitality, insurance, education) and AI or ML role growth, keeping enterprise liquidity in metros and industrial corridors.</a:t>
            </a:r>
          </a:p>
          <a:p>
            <a:pPr/>
            <a:r>
              <a:rPr b="1" sz="1200">
                <a:solidFill>
                  <a:srgbClr val="0F2E66"/>
                </a:solidFill>
                <a:highlight>
                  <a:srgbClr val="FFFF00"/>
                </a:highlight>
                <a:latin typeface="Archivo"/>
              </a:rPr>
              <a:t>Product implication: </a:t>
            </a:r>
            <a:r>
              <a:rPr b="1" sz="1200">
                <a:solidFill>
                  <a:srgbClr val="0F2E66"/>
                </a:solidFill>
                <a:highlight>
                  <a:srgbClr val="FFFF00"/>
                </a:highlight>
                <a:latin typeface="Archivo"/>
              </a:rPr>
              <a:t>Prioritise cloud-native, compliance-aware differentiators—DPDP-ready consent and retention, mobile apply, integration depth—that capture ATS growth inside the HCM envelope while defending suite total cost of ownership narratives against point ATS and mid-market bundles.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Social</a:t>
            </a:r>
          </a:p>
        </p:txBody>
      </p:sp>
      <p:sp>
        <p:nvSpPr>
          <p:cNvPr id="3" name="TextBox 2"/>
          <p:cNvSpPr txBox="1"/>
          <p:nvPr/>
        </p:nvSpPr>
        <p:spPr>
          <a:xfrm>
            <a:off x="0" y="4846320"/>
            <a:ext cx="3108960" cy="274320"/>
          </a:xfrm>
          <a:prstGeom prst="rect">
            <a:avLst/>
          </a:prstGeom>
          <a:noFill/>
        </p:spPr>
        <p:txBody>
          <a:bodyPr wrap="square">
            <a:spAutoFit/>
          </a:bodyPr>
          <a:lstStyle/>
          <a:p>
            <a:pPr algn="l"/>
            <a:r>
              <a:rPr b="0" sz="700">
                <a:solidFill>
                  <a:srgbClr val="525D6A"/>
                </a:solidFill>
                <a:latin typeface="Archivo"/>
              </a:rPr>
              <a:t>Workday Confidential</a:t>
            </a:r>
          </a:p>
        </p:txBody>
      </p:sp>
      <p:sp>
        <p:nvSpPr>
          <p:cNvPr id="4" name="TextBox 3"/>
          <p:cNvSpPr txBox="1"/>
          <p:nvPr/>
        </p:nvSpPr>
        <p:spPr>
          <a:xfrm>
            <a:off x="8412480" y="4846320"/>
            <a:ext cx="548640" cy="274320"/>
          </a:xfrm>
          <a:prstGeom prst="rect">
            <a:avLst/>
          </a:prstGeom>
          <a:noFill/>
        </p:spPr>
        <p:txBody>
          <a:bodyPr wrap="square">
            <a:spAutoFit/>
          </a:bodyPr>
          <a:lstStyle/>
          <a:p>
            <a:pPr algn="r"/>
            <a:r>
              <a:rPr b="0" sz="700">
                <a:solidFill>
                  <a:srgbClr val="525D6A"/>
                </a:solidFill>
                <a:latin typeface="Archivo"/>
              </a:rPr>
              <a:t>16</a:t>
            </a:r>
          </a:p>
        </p:txBody>
      </p:sp>
      <p:sp>
        <p:nvSpPr>
          <p:cNvPr id="5" name="TextBox 4"/>
          <p:cNvSpPr txBox="1"/>
          <p:nvPr/>
        </p:nvSpPr>
        <p:spPr>
          <a:xfrm>
            <a:off x="640080" y="1097280"/>
            <a:ext cx="7863840" cy="2560320"/>
          </a:xfrm>
          <a:prstGeom prst="rect">
            <a:avLst/>
          </a:prstGeom>
          <a:noFill/>
        </p:spPr>
        <p:txBody>
          <a:bodyPr wrap="square">
            <a:spAutoFit/>
          </a:bodyPr>
          <a:lstStyle/>
          <a:p>
            <a:pPr lvl="1" marL="228600" indent="-182880">
              <a:spcAft>
                <a:spcPts val="600"/>
              </a:spcAft>
              <a:buFont typeface="Archivo"/>
              <a:buChar char="•"/>
            </a:pPr>
            <a:r>
              <a:rPr sz="1200">
                <a:solidFill>
                  <a:srgbClr val="0F2E66"/>
                </a:solidFill>
                <a:latin typeface="Archivo"/>
              </a:rPr>
              <a:t>India is WhatsApp’s largest national market; third-party summaries cite 535–550 million+ users and high penetration among smartphone users (Findly, Hyperleap, 2025–2026), making messaging-layer recruiting parity a social default.</a:t>
            </a:r>
          </a:p>
          <a:p>
            <a:pPr lvl="1" marL="228600" indent="-182880">
              <a:spcAft>
                <a:spcPts val="600"/>
              </a:spcAft>
              <a:buFont typeface="Archivo"/>
              <a:buChar char="•"/>
            </a:pPr>
            <a:r>
              <a:rPr sz="1200">
                <a:solidFill>
                  <a:srgbClr val="0F2E66"/>
                </a:solidFill>
                <a:latin typeface="Archivo"/>
              </a:rPr>
              <a:t>Government survey summaries indicate 85.5% of households had at least one smartphone in early 2025, with high shares among younger cohorts in urban and rural splits, underpinning mobile-first apply and recruiter workflows.</a:t>
            </a:r>
          </a:p>
          <a:p>
            <a:pPr lvl="1" marL="228600" indent="-182880">
              <a:spcAft>
                <a:spcPts val="600"/>
              </a:spcAft>
              <a:buFont typeface="Archivo"/>
              <a:buChar char="•"/>
            </a:pPr>
            <a:r>
              <a:rPr sz="1200">
                <a:solidFill>
                  <a:srgbClr val="0F2E66"/>
                </a:solidFill>
                <a:latin typeface="Archivo"/>
              </a:rPr>
              <a:t>Internet penetration cited near 70% in DataReportal 2026 India with roughly 1.03 billion users; TRAI press cites about 1,028 million subscribers by December 2025—methodology-sensitive but implies mobile-first scale.</a:t>
            </a:r>
          </a:p>
          <a:p>
            <a:pPr lvl="1" marL="228600" indent="-182880">
              <a:spcAft>
                <a:spcPts val="600"/>
              </a:spcAft>
              <a:buFont typeface="Archivo"/>
              <a:buChar char="•"/>
            </a:pPr>
            <a:r>
              <a:rPr sz="1200">
                <a:solidFill>
                  <a:srgbClr val="0F2E66"/>
                </a:solidFill>
                <a:latin typeface="Archivo"/>
              </a:rPr>
              <a:t>Enterprise hiring liquidity remains metro-heavy (Bengaluru, Pune, Gujarat industrial pockets per Naukri commentary) with English dominant in MNC recruiting, while regional language demand matters for public-sector and localised roles.</a:t>
            </a:r>
          </a:p>
          <a:p>
            <a:pPr/>
            <a:r>
              <a:rPr b="1" sz="1200">
                <a:solidFill>
                  <a:srgbClr val="0F2E66"/>
                </a:solidFill>
                <a:highlight>
                  <a:srgbClr val="FFFF00"/>
                </a:highlight>
                <a:latin typeface="Archivo"/>
              </a:rPr>
              <a:t>Product implication: </a:t>
            </a:r>
            <a:r>
              <a:rPr b="1" sz="1200">
                <a:solidFill>
                  <a:srgbClr val="0F2E66"/>
                </a:solidFill>
                <a:highlight>
                  <a:srgbClr val="FFFF00"/>
                </a:highlight>
                <a:latin typeface="Archivo"/>
              </a:rPr>
              <a:t>Assume mobile apply and mobile recruiter workflows by default; integrate partner-led WhatsApp Business API patterns for candidate engagement while keeping DPDP-aligned consent, retention, and logging on every messaging touchpoint alongside email and portal channels for formal documentation.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Technological</a:t>
            </a:r>
          </a:p>
        </p:txBody>
      </p:sp>
      <p:sp>
        <p:nvSpPr>
          <p:cNvPr id="3" name="TextBox 2"/>
          <p:cNvSpPr txBox="1"/>
          <p:nvPr/>
        </p:nvSpPr>
        <p:spPr>
          <a:xfrm>
            <a:off x="0" y="4846320"/>
            <a:ext cx="3108960" cy="274320"/>
          </a:xfrm>
          <a:prstGeom prst="rect">
            <a:avLst/>
          </a:prstGeom>
          <a:noFill/>
        </p:spPr>
        <p:txBody>
          <a:bodyPr wrap="square">
            <a:spAutoFit/>
          </a:bodyPr>
          <a:lstStyle/>
          <a:p>
            <a:pPr algn="l"/>
            <a:r>
              <a:rPr b="0" sz="700">
                <a:solidFill>
                  <a:srgbClr val="525D6A"/>
                </a:solidFill>
                <a:latin typeface="Archivo"/>
              </a:rPr>
              <a:t>Workday Confidential</a:t>
            </a:r>
          </a:p>
        </p:txBody>
      </p:sp>
      <p:sp>
        <p:nvSpPr>
          <p:cNvPr id="4" name="TextBox 3"/>
          <p:cNvSpPr txBox="1"/>
          <p:nvPr/>
        </p:nvSpPr>
        <p:spPr>
          <a:xfrm>
            <a:off x="8412480" y="4846320"/>
            <a:ext cx="548640" cy="274320"/>
          </a:xfrm>
          <a:prstGeom prst="rect">
            <a:avLst/>
          </a:prstGeom>
          <a:noFill/>
        </p:spPr>
        <p:txBody>
          <a:bodyPr wrap="square">
            <a:spAutoFit/>
          </a:bodyPr>
          <a:lstStyle/>
          <a:p>
            <a:pPr algn="r"/>
            <a:r>
              <a:rPr b="0" sz="700">
                <a:solidFill>
                  <a:srgbClr val="525D6A"/>
                </a:solidFill>
                <a:latin typeface="Archivo"/>
              </a:rPr>
              <a:t>17</a:t>
            </a:r>
          </a:p>
        </p:txBody>
      </p:sp>
      <p:sp>
        <p:nvSpPr>
          <p:cNvPr id="5" name="TextBox 4"/>
          <p:cNvSpPr txBox="1"/>
          <p:nvPr/>
        </p:nvSpPr>
        <p:spPr>
          <a:xfrm>
            <a:off x="640080" y="1097280"/>
            <a:ext cx="7863840" cy="2560320"/>
          </a:xfrm>
          <a:prstGeom prst="rect">
            <a:avLst/>
          </a:prstGeom>
          <a:noFill/>
        </p:spPr>
        <p:txBody>
          <a:bodyPr wrap="square">
            <a:spAutoFit/>
          </a:bodyPr>
          <a:lstStyle/>
          <a:p>
            <a:pPr lvl="1" marL="228600" indent="-182880">
              <a:spcAft>
                <a:spcPts val="600"/>
              </a:spcAft>
              <a:buFont typeface="Archivo"/>
              <a:buChar char="•"/>
            </a:pPr>
            <a:r>
              <a:rPr sz="1200">
                <a:solidFill>
                  <a:srgbClr val="0F2E66"/>
                </a:solidFill>
                <a:latin typeface="Archivo"/>
              </a:rPr>
              <a:t>IDC sizes India public cloud services at USD 10.9 billion (2024) toward USD 30.4 billion (2029) at 22.6% CAGR; SaaS and AI workloads are cited catalysts, raising expectations for APIs, webhooks, and certified integrations.</a:t>
            </a:r>
          </a:p>
          <a:p>
            <a:pPr lvl="1" marL="228600" indent="-182880">
              <a:spcAft>
                <a:spcPts val="600"/>
              </a:spcAft>
              <a:buFont typeface="Archivo"/>
              <a:buChar char="•"/>
            </a:pPr>
            <a:r>
              <a:rPr sz="1200">
                <a:solidFill>
                  <a:srgbClr val="0F2E66"/>
                </a:solidFill>
                <a:latin typeface="Archivo"/>
              </a:rPr>
              <a:t>BCG-style India press summaries state more than 90% of companies pilot GenAI in HR but only about 38% see strong relevance, with roughly 51% citing data privacy and compliance concerns as brakes on scaled deployment.</a:t>
            </a:r>
          </a:p>
          <a:p>
            <a:pPr lvl="1" marL="228600" indent="-182880">
              <a:spcAft>
                <a:spcPts val="600"/>
              </a:spcAft>
              <a:buFont typeface="Archivo"/>
              <a:buChar char="•"/>
            </a:pPr>
            <a:r>
              <a:rPr sz="1200">
                <a:solidFill>
                  <a:srgbClr val="0F2E66"/>
                </a:solidFill>
                <a:latin typeface="Archivo"/>
              </a:rPr>
              <a:t>MeitY India AI Governance Guidelines launched 5 November 2025 under the IndiaAI Mission articulate trust, people-first, fairness, accountability, and safety—soft law shaping enterprise RFP diligence absent hard ATS mandates.</a:t>
            </a:r>
          </a:p>
          <a:p>
            <a:pPr lvl="1" marL="228600" indent="-182880">
              <a:spcAft>
                <a:spcPts val="600"/>
              </a:spcAft>
              <a:buFont typeface="Archivo"/>
              <a:buChar char="•"/>
            </a:pPr>
            <a:r>
              <a:rPr sz="1200">
                <a:solidFill>
                  <a:srgbClr val="0F2E66"/>
                </a:solidFill>
                <a:latin typeface="Archivo"/>
              </a:rPr>
              <a:t>CERT-In expectations on logging, incident reporting, and audit evidence intersect candidate databases and identity documents; dual notification with DPDP Data Protection Board processes increases vendor security and playbook scrutiny.</a:t>
            </a:r>
          </a:p>
          <a:p>
            <a:pPr/>
            <a:r>
              <a:rPr b="1" sz="1200">
                <a:solidFill>
                  <a:srgbClr val="0F2E66"/>
                </a:solidFill>
                <a:highlight>
                  <a:srgbClr val="FFFF00"/>
                </a:highlight>
                <a:latin typeface="Archivo"/>
              </a:rPr>
              <a:t>Product implication: </a:t>
            </a:r>
            <a:r>
              <a:rPr b="1" sz="1200">
                <a:solidFill>
                  <a:srgbClr val="0F2E66"/>
                </a:solidFill>
                <a:highlight>
                  <a:srgbClr val="FFFF00"/>
                </a:highlight>
                <a:latin typeface="Archivo"/>
              </a:rPr>
              <a:t>Ship India-ready AI with privacy-by-design defaults, tenant-configurable human review for high-impact matching and screening, strong audit logs for recruiting AI actions, and ecosystem APIs that fit cloud-forward procurement while meeting CERT-In and DPDP combined security expectations.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Environmental</a:t>
            </a:r>
          </a:p>
        </p:txBody>
      </p:sp>
      <p:sp>
        <p:nvSpPr>
          <p:cNvPr id="3" name="TextBox 2"/>
          <p:cNvSpPr txBox="1"/>
          <p:nvPr/>
        </p:nvSpPr>
        <p:spPr>
          <a:xfrm>
            <a:off x="0" y="4846320"/>
            <a:ext cx="3108960" cy="274320"/>
          </a:xfrm>
          <a:prstGeom prst="rect">
            <a:avLst/>
          </a:prstGeom>
          <a:noFill/>
        </p:spPr>
        <p:txBody>
          <a:bodyPr wrap="square">
            <a:spAutoFit/>
          </a:bodyPr>
          <a:lstStyle/>
          <a:p>
            <a:pPr algn="l"/>
            <a:r>
              <a:rPr b="0" sz="700">
                <a:solidFill>
                  <a:srgbClr val="525D6A"/>
                </a:solidFill>
                <a:latin typeface="Archivo"/>
              </a:rPr>
              <a:t>Workday Confidential</a:t>
            </a:r>
          </a:p>
        </p:txBody>
      </p:sp>
      <p:sp>
        <p:nvSpPr>
          <p:cNvPr id="4" name="TextBox 3"/>
          <p:cNvSpPr txBox="1"/>
          <p:nvPr/>
        </p:nvSpPr>
        <p:spPr>
          <a:xfrm>
            <a:off x="8412480" y="4846320"/>
            <a:ext cx="548640" cy="274320"/>
          </a:xfrm>
          <a:prstGeom prst="rect">
            <a:avLst/>
          </a:prstGeom>
          <a:noFill/>
        </p:spPr>
        <p:txBody>
          <a:bodyPr wrap="square">
            <a:spAutoFit/>
          </a:bodyPr>
          <a:lstStyle/>
          <a:p>
            <a:pPr algn="r"/>
            <a:r>
              <a:rPr b="0" sz="700">
                <a:solidFill>
                  <a:srgbClr val="525D6A"/>
                </a:solidFill>
                <a:latin typeface="Archivo"/>
              </a:rPr>
              <a:t>18</a:t>
            </a:r>
          </a:p>
        </p:txBody>
      </p:sp>
      <p:sp>
        <p:nvSpPr>
          <p:cNvPr id="5" name="TextBox 4"/>
          <p:cNvSpPr txBox="1"/>
          <p:nvPr/>
        </p:nvSpPr>
        <p:spPr>
          <a:xfrm>
            <a:off x="640080" y="1097280"/>
            <a:ext cx="7863840" cy="2560320"/>
          </a:xfrm>
          <a:prstGeom prst="rect">
            <a:avLst/>
          </a:prstGeom>
          <a:noFill/>
        </p:spPr>
        <p:txBody>
          <a:bodyPr wrap="square">
            <a:spAutoFit/>
          </a:bodyPr>
          <a:lstStyle/>
          <a:p>
            <a:pPr lvl="1" marL="228600" indent="-182880">
              <a:spcAft>
                <a:spcPts val="600"/>
              </a:spcAft>
              <a:buFont typeface="Archivo"/>
              <a:buChar char="•"/>
            </a:pPr>
            <a:r>
              <a:rPr sz="1200">
                <a:solidFill>
                  <a:srgbClr val="0F2E66"/>
                </a:solidFill>
                <a:latin typeface="Archivo"/>
              </a:rPr>
              <a:t>SEBI BRSR and BRSR Core tighten workforce, gender, welfare, and DEI disclosures for top listed entities (2025 ESG commentary), pulling recruiting funnel metrics into analytics sustainability consumers rely on.</a:t>
            </a:r>
          </a:p>
          <a:p>
            <a:pPr lvl="1" marL="228600" indent="-182880">
              <a:spcAft>
                <a:spcPts val="600"/>
              </a:spcAft>
              <a:buFont typeface="Archivo"/>
              <a:buChar char="•"/>
            </a:pPr>
            <a:r>
              <a:rPr sz="1200">
                <a:solidFill>
                  <a:srgbClr val="0F2E66"/>
                </a:solidFill>
                <a:latin typeface="Archivo"/>
              </a:rPr>
              <a:t>Renewables hiring press cites high-teens percentage hiring growth for FY25 with skill-gap and attrition risks (IANS-style summaries), informing skills taxonomies and sourcing for energy and infrastructure customers.</a:t>
            </a:r>
          </a:p>
          <a:p>
            <a:pPr lvl="1" marL="228600" indent="-182880">
              <a:spcAft>
                <a:spcPts val="600"/>
              </a:spcAft>
              <a:buFont typeface="Archivo"/>
              <a:buChar char="•"/>
            </a:pPr>
            <a:r>
              <a:rPr sz="1200">
                <a:solidFill>
                  <a:srgbClr val="0F2E66"/>
                </a:solidFill>
                <a:latin typeface="Archivo"/>
              </a:rPr>
              <a:t>No single Indian statute obliges an ATS to capture carbon-per-hire; environmental signal is indirect via customer sustainability reporting and sector hiring demand rather than recruiting-specific emissions regulation.</a:t>
            </a:r>
          </a:p>
          <a:p>
            <a:pPr lvl="1" marL="228600" indent="-182880">
              <a:spcAft>
                <a:spcPts val="600"/>
              </a:spcAft>
              <a:buFont typeface="Archivo"/>
              <a:buChar char="•"/>
            </a:pPr>
            <a:r>
              <a:rPr sz="1200">
                <a:solidFill>
                  <a:srgbClr val="0F2E66"/>
                </a:solidFill>
                <a:latin typeface="Archivo"/>
              </a:rPr>
              <a:t>DATA GAP: limited recruiting-specific environmental mandates; still surface diversity and funnel analytics that reconcile to HCM without over-rotating the core ATS roadmap toward carbon accounting scope.</a:t>
            </a:r>
          </a:p>
          <a:p>
            <a:pPr/>
            <a:r>
              <a:rPr b="1" sz="1200">
                <a:solidFill>
                  <a:srgbClr val="0F2E66"/>
                </a:solidFill>
                <a:highlight>
                  <a:srgbClr val="FFFF00"/>
                </a:highlight>
                <a:latin typeface="Archivo"/>
              </a:rPr>
              <a:t>Product implication: </a:t>
            </a:r>
            <a:r>
              <a:rPr b="1" sz="1200">
                <a:solidFill>
                  <a:srgbClr val="0F2E66"/>
                </a:solidFill>
                <a:highlight>
                  <a:srgbClr val="FFFF00"/>
                </a:highlight>
                <a:latin typeface="Archivo"/>
              </a:rPr>
              <a:t>Expose diversity and hiring funnel metrics that reconcile to HCM and analytics for BRSR reporting consumers, support skills and job-family metadata for green roles, and avoid carbon-accounting scope creep in the core recruiting roadmap while meeting listed-company disclosure pull-through.</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Legal</a:t>
            </a:r>
          </a:p>
        </p:txBody>
      </p:sp>
      <p:sp>
        <p:nvSpPr>
          <p:cNvPr id="3" name="TextBox 2"/>
          <p:cNvSpPr txBox="1"/>
          <p:nvPr/>
        </p:nvSpPr>
        <p:spPr>
          <a:xfrm>
            <a:off x="0" y="4846320"/>
            <a:ext cx="3108960" cy="274320"/>
          </a:xfrm>
          <a:prstGeom prst="rect">
            <a:avLst/>
          </a:prstGeom>
          <a:noFill/>
        </p:spPr>
        <p:txBody>
          <a:bodyPr wrap="square">
            <a:spAutoFit/>
          </a:bodyPr>
          <a:lstStyle/>
          <a:p>
            <a:pPr algn="l"/>
            <a:r>
              <a:rPr b="0" sz="700">
                <a:solidFill>
                  <a:srgbClr val="525D6A"/>
                </a:solidFill>
                <a:latin typeface="Archivo"/>
              </a:rPr>
              <a:t>Workday Confidential</a:t>
            </a:r>
          </a:p>
        </p:txBody>
      </p:sp>
      <p:sp>
        <p:nvSpPr>
          <p:cNvPr id="4" name="TextBox 3"/>
          <p:cNvSpPr txBox="1"/>
          <p:nvPr/>
        </p:nvSpPr>
        <p:spPr>
          <a:xfrm>
            <a:off x="8412480" y="4846320"/>
            <a:ext cx="548640" cy="274320"/>
          </a:xfrm>
          <a:prstGeom prst="rect">
            <a:avLst/>
          </a:prstGeom>
          <a:noFill/>
        </p:spPr>
        <p:txBody>
          <a:bodyPr wrap="square">
            <a:spAutoFit/>
          </a:bodyPr>
          <a:lstStyle/>
          <a:p>
            <a:pPr algn="r"/>
            <a:r>
              <a:rPr b="0" sz="700">
                <a:solidFill>
                  <a:srgbClr val="525D6A"/>
                </a:solidFill>
                <a:latin typeface="Archivo"/>
              </a:rPr>
              <a:t>19</a:t>
            </a:r>
          </a:p>
        </p:txBody>
      </p:sp>
      <p:sp>
        <p:nvSpPr>
          <p:cNvPr id="5" name="TextBox 4"/>
          <p:cNvSpPr txBox="1"/>
          <p:nvPr/>
        </p:nvSpPr>
        <p:spPr>
          <a:xfrm>
            <a:off x="640080" y="1097280"/>
            <a:ext cx="7863840" cy="2560320"/>
          </a:xfrm>
          <a:prstGeom prst="rect">
            <a:avLst/>
          </a:prstGeom>
          <a:noFill/>
        </p:spPr>
        <p:txBody>
          <a:bodyPr wrap="square">
            <a:spAutoFit/>
          </a:bodyPr>
          <a:lstStyle/>
          <a:p>
            <a:pPr lvl="1" marL="228600" indent="-182880">
              <a:spcAft>
                <a:spcPts val="600"/>
              </a:spcAft>
              <a:buFont typeface="Archivo"/>
              <a:buChar char="•"/>
            </a:pPr>
            <a:r>
              <a:rPr sz="1200">
                <a:solidFill>
                  <a:srgbClr val="0F2E66"/>
                </a:solidFill>
                <a:latin typeface="Archivo"/>
              </a:rPr>
              <a:t>DPDP Act 2023 and 2025 Rules phase in through 2026–2027 with Data Protection Board of India processes; consent must be free, specific, informed, unconditional, and unambiguous with clear withdrawal paths (LiveLaw, CADP summaries).</a:t>
            </a:r>
          </a:p>
          <a:p>
            <a:pPr lvl="1" marL="228600" indent="-182880">
              <a:spcAft>
                <a:spcPts val="600"/>
              </a:spcAft>
              <a:buFont typeface="Archivo"/>
              <a:buChar char="•"/>
            </a:pPr>
            <a:r>
              <a:rPr sz="1200">
                <a:solidFill>
                  <a:srgbClr val="0F2E66"/>
                </a:solidFill>
                <a:latin typeface="Archivo"/>
              </a:rPr>
              <a:t>IT Act Section 43A and SPDI Rules 2011 remain operational for sensitive personal data and reasonable security (WIPO Lex text), layering legacy duties alongside DPDP fiduciary expectations for candidate databases.</a:t>
            </a:r>
          </a:p>
          <a:p>
            <a:pPr lvl="1" marL="228600" indent="-182880">
              <a:spcAft>
                <a:spcPts val="600"/>
              </a:spcAft>
              <a:buFont typeface="Archivo"/>
              <a:buChar char="•"/>
            </a:pPr>
            <a:r>
              <a:rPr sz="1200">
                <a:solidFill>
                  <a:srgbClr val="0F2E66"/>
                </a:solidFill>
                <a:latin typeface="Archivo"/>
              </a:rPr>
              <a:t>November 2025 Labour Codes raise documentation, fixed-term parity, and industrial-relations expectations; BGV needs DPDP-aligned standalone consent beyond offer boilerplate and processor agreements with vendors (practitioner themes).</a:t>
            </a:r>
          </a:p>
          <a:p>
            <a:pPr lvl="1" marL="228600" indent="-182880">
              <a:spcAft>
                <a:spcPts val="600"/>
              </a:spcAft>
              <a:buFont typeface="Archivo"/>
              <a:buChar char="•"/>
            </a:pPr>
            <a:r>
              <a:rPr sz="1200">
                <a:solidFill>
                  <a:srgbClr val="0F2E66"/>
                </a:solidFill>
                <a:latin typeface="Archivo"/>
              </a:rPr>
              <a:t>GDPR Article 22 automated decision-making safeguards and EU AI Act Annex III high-risk recruitment AI still bind EU-affected processing; technical documentation, human oversight, and transparency duties apply to multinational India tenants.</a:t>
            </a:r>
          </a:p>
          <a:p>
            <a:pPr/>
            <a:r>
              <a:rPr b="1" sz="1200">
                <a:solidFill>
                  <a:srgbClr val="0F2E66"/>
                </a:solidFill>
                <a:highlight>
                  <a:srgbClr val="FFFF00"/>
                </a:highlight>
                <a:latin typeface="Archivo"/>
              </a:rPr>
              <a:t>Product implication: </a:t>
            </a:r>
            <a:r>
              <a:rPr b="1" sz="1200">
                <a:solidFill>
                  <a:srgbClr val="0F2E66"/>
                </a:solidFill>
                <a:highlight>
                  <a:srgbClr val="FFFF00"/>
                </a:highlight>
                <a:latin typeface="Archivo"/>
              </a:rPr>
              <a:t>Implement granular consent and notice UX, retention and erasure workflows, sub-processor governance for BGV and messaging partners, breach playbooks reconciling CERT-In and DPBI timelines, and AI action logging that satisfies India customer diligence plus GDPR Article 22 and EU AI Act deployer duties where applicable.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28368" name="Google Shape;65;p17"/>
          <p:cNvPicPr preferRelativeResize="0"/>
          <p:nvPr/>
        </p:nvPicPr>
        <p:blipFill rotWithShape="1">
          <a:blip r:embed="rId2">
            <a:alphaModFix/>
          </a:blip>
          <a:srcRect b="0" l="4364" r="70596" t="0"/>
          <a:stretch/>
        </p:blipFill>
        <p:spPr>
          <a:xfrm>
            <a:off x="-1" y="-2286"/>
            <a:ext cx="2508653" cy="5148072"/>
          </a:xfrm>
          <a:prstGeom prst="rect">
            <a:avLst/>
          </a:prstGeom>
          <a:noFill/>
          <a:ln>
            <a:noFill/>
          </a:ln>
        </p:spPr>
      </p:pic>
      <p:sp>
        <p:nvSpPr>
          <p:cNvPr id="628369" name="TextBox 628368"/>
          <p:cNvSpPr txBox="1"/>
          <p:nvPr/>
        </p:nvSpPr>
        <p:spPr>
          <a:xfrm>
            <a:off x="0" y="4846320"/>
            <a:ext cx="3108960" cy="274320"/>
          </a:xfrm>
          <a:prstGeom prst="rect">
            <a:avLst/>
          </a:prstGeom>
          <a:noFill/>
        </p:spPr>
        <p:txBody>
          <a:bodyPr wrap="square">
            <a:spAutoFit/>
          </a:bodyPr>
          <a:lstStyle/>
          <a:p>
            <a:pPr algn="l"/>
            <a:r>
              <a:rPr b="0" sz="700">
                <a:solidFill>
                  <a:srgbClr val="525D6A"/>
                </a:solidFill>
                <a:latin typeface="Archivo"/>
              </a:rPr>
              <a:t>Workday Confidential</a:t>
            </a:r>
          </a:p>
        </p:txBody>
      </p:sp>
      <p:sp>
        <p:nvSpPr>
          <p:cNvPr id="628370" name="TextBox 628369"/>
          <p:cNvSpPr txBox="1"/>
          <p:nvPr/>
        </p:nvSpPr>
        <p:spPr>
          <a:xfrm>
            <a:off x="8412480" y="4846320"/>
            <a:ext cx="548640" cy="274320"/>
          </a:xfrm>
          <a:prstGeom prst="rect">
            <a:avLst/>
          </a:prstGeom>
          <a:noFill/>
        </p:spPr>
        <p:txBody>
          <a:bodyPr wrap="square">
            <a:spAutoFit/>
          </a:bodyPr>
          <a:lstStyle/>
          <a:p>
            <a:pPr algn="r"/>
            <a:r>
              <a:rPr b="0" sz="700">
                <a:solidFill>
                  <a:srgbClr val="525D6A"/>
                </a:solidFill>
                <a:latin typeface="Archivo"/>
              </a:rPr>
              <a:t>20</a:t>
            </a:r>
          </a:p>
        </p:txBody>
      </p:sp>
      <p:sp>
        <p:nvSpPr>
          <p:cNvPr id="628371" name="TextBox 628370"/>
          <p:cNvSpPr txBox="1"/>
          <p:nvPr/>
        </p:nvSpPr>
        <p:spPr>
          <a:xfrm>
            <a:off x="3017520" y="1371600"/>
            <a:ext cx="5120640" cy="2011680"/>
          </a:xfrm>
          <a:prstGeom prst="rect">
            <a:avLst/>
          </a:prstGeom>
          <a:noFill/>
        </p:spPr>
        <p:txBody>
          <a:bodyPr wrap="square">
            <a:spAutoFit/>
          </a:bodyPr>
          <a:lstStyle/>
          <a:p>
            <a:r>
              <a:rPr sz="1200">
                <a:solidFill>
                  <a:srgbClr val="0F2E66"/>
                </a:solidFill>
                <a:latin typeface="Archivo"/>
              </a:rPr>
              <a:t>S E C T I O N  0 6
Competitive landscape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59092" name="Google Shape;120;p22"/>
          <p:cNvPicPr preferRelativeResize="0"/>
          <p:nvPr/>
        </p:nvPicPr>
        <p:blipFill rotWithShape="1">
          <a:blip r:embed="rId2">
            <a:alphaModFix/>
          </a:blip>
          <a:srcRect b="38102" l="0" r="0" t="0"/>
          <a:stretch/>
        </p:blipFill>
        <p:spPr>
          <a:xfrm>
            <a:off x="0" y="1"/>
            <a:ext cx="9144000" cy="5143500"/>
          </a:xfrm>
          <a:prstGeom prst="rect">
            <a:avLst/>
          </a:prstGeom>
          <a:noFill/>
          <a:ln>
            <a:noFill/>
          </a:ln>
        </p:spPr>
      </p:pic>
      <p:sp>
        <p:nvSpPr>
          <p:cNvPr id="2" name="Title 1"/>
          <p:cNvSpPr>
            <a:spLocks noGrp="1"/>
          </p:cNvSpPr>
          <p:nvPr>
            <p:ph type="title"/>
          </p:nvPr>
        </p:nvSpPr>
        <p:spPr/>
        <p:txBody>
          <a:bodyPr/>
          <a:lstStyle/>
          <a:p>
            <a:r>
              <a:t>Competitive Landscape - Regional Specialists</a:t>
            </a:r>
          </a:p>
        </p:txBody>
      </p:sp>
      <p:sp>
        <p:nvSpPr>
          <p:cNvPr id="559093" name="TextBox 559092"/>
          <p:cNvSpPr txBox="1"/>
          <p:nvPr/>
        </p:nvSpPr>
        <p:spPr>
          <a:xfrm>
            <a:off x="0" y="4846320"/>
            <a:ext cx="3108960" cy="274320"/>
          </a:xfrm>
          <a:prstGeom prst="rect">
            <a:avLst/>
          </a:prstGeom>
          <a:noFill/>
        </p:spPr>
        <p:txBody>
          <a:bodyPr wrap="square">
            <a:spAutoFit/>
          </a:bodyPr>
          <a:lstStyle/>
          <a:p>
            <a:pPr algn="l"/>
            <a:r>
              <a:rPr b="0" sz="700">
                <a:solidFill>
                  <a:srgbClr val="525D6A"/>
                </a:solidFill>
                <a:latin typeface="Archivo"/>
              </a:rPr>
              <a:t>Workday Confidential</a:t>
            </a:r>
          </a:p>
        </p:txBody>
      </p:sp>
      <p:sp>
        <p:nvSpPr>
          <p:cNvPr id="559094" name="TextBox 559093"/>
          <p:cNvSpPr txBox="1"/>
          <p:nvPr/>
        </p:nvSpPr>
        <p:spPr>
          <a:xfrm>
            <a:off x="8412480" y="4846320"/>
            <a:ext cx="548640" cy="274320"/>
          </a:xfrm>
          <a:prstGeom prst="rect">
            <a:avLst/>
          </a:prstGeom>
          <a:noFill/>
        </p:spPr>
        <p:txBody>
          <a:bodyPr wrap="square">
            <a:spAutoFit/>
          </a:bodyPr>
          <a:lstStyle/>
          <a:p>
            <a:pPr algn="r"/>
            <a:r>
              <a:rPr b="0" sz="700">
                <a:solidFill>
                  <a:srgbClr val="525D6A"/>
                </a:solidFill>
                <a:latin typeface="Archivo"/>
              </a:rPr>
              <a:t>21</a:t>
            </a:r>
          </a:p>
        </p:txBody>
      </p:sp>
      <p:graphicFrame>
        <p:nvGraphicFramePr>
          <p:cNvPr id="559095" name="Table 559094"/>
          <p:cNvGraphicFramePr>
            <a:graphicFrameLocks noGrp="1"/>
          </p:cNvGraphicFramePr>
          <p:nvPr/>
        </p:nvGraphicFramePr>
        <p:xfrm>
          <a:off x="320040" y="914400"/>
          <a:ext cx="8503920" cy="2743200"/>
        </p:xfrm>
        <a:graphic>
          <a:graphicData uri="http://schemas.openxmlformats.org/drawingml/2006/table">
            <a:tbl>
              <a:tblPr firstRow="1" bandRow="1">
                <a:tableStyleId>{5C22544A-7EE6-4342-B048-85BDC9FD1C3A}</a:tableStyleId>
              </a:tblPr>
              <a:tblGrid>
                <a:gridCol w="1700784"/>
                <a:gridCol w="1700784"/>
                <a:gridCol w="1700784"/>
                <a:gridCol w="1700784"/>
                <a:gridCol w="1700784"/>
              </a:tblGrid>
              <a:tr h="548640">
                <a:tc>
                  <a:txBody>
                    <a:bodyPr/>
                    <a:lstStyle/>
                    <a:p>
                      <a:r>
                        <a:rPr sz="800" b="1">
                          <a:solidFill>
                            <a:srgbClr val="FFFFFF"/>
                          </a:solidFill>
                        </a:rPr>
                        <a:t>Vendor</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solidFill>
                      <a:srgbClr val="0F2E66"/>
                    </a:solidFill>
                  </a:tcPr>
                </a:tc>
                <a:tc>
                  <a:txBody>
                    <a:bodyPr/>
                    <a:lstStyle/>
                    <a:p>
                      <a:r>
                        <a:rPr sz="800" b="1">
                          <a:solidFill>
                            <a:srgbClr val="FFFFFF"/>
                          </a:solidFill>
                        </a:rPr>
                        <a:t>Key Strengths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solidFill>
                      <a:srgbClr val="0F2E66"/>
                    </a:solidFill>
                  </a:tcPr>
                </a:tc>
                <a:tc>
                  <a:txBody>
                    <a:bodyPr/>
                    <a:lstStyle/>
                    <a:p>
                      <a:r>
                        <a:rPr sz="800" b="1">
                          <a:solidFill>
                            <a:srgbClr val="FFFFFF"/>
                          </a:solidFill>
                        </a:rPr>
                        <a:t>Key Weaknesses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solidFill>
                      <a:srgbClr val="0F2E66"/>
                    </a:solidFill>
                  </a:tcPr>
                </a:tc>
                <a:tc>
                  <a:txBody>
                    <a:bodyPr/>
                    <a:lstStyle/>
                    <a:p>
                      <a:r>
                        <a:rPr sz="800" b="1">
                          <a:solidFill>
                            <a:srgbClr val="FFFFFF"/>
                          </a:solidFill>
                        </a:rPr>
                        <a:t>India Fit</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solidFill>
                      <a:srgbClr val="0F2E66"/>
                    </a:solidFill>
                  </a:tcPr>
                </a:tc>
                <a:tc>
                  <a:txBody>
                    <a:bodyPr/>
                    <a:lstStyle/>
                    <a:p>
                      <a:r>
                        <a:rPr sz="800" b="1">
                          <a:solidFill>
                            <a:srgbClr val="FFFFFF"/>
                          </a:solidFill>
                        </a:rPr>
                        <a:t>Notes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solidFill>
                      <a:srgbClr val="0F2E66"/>
                    </a:solidFill>
                  </a:tcPr>
                </a:tc>
              </a:tr>
              <a:tr h="548640">
                <a:tc>
                  <a:txBody>
                    <a:bodyPr/>
                    <a:lstStyle/>
                    <a:p>
                      <a:r>
                        <a:rPr sz="800"/>
                        <a:t>Keka</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INR packaging; multipost and SMS narratives; SpringVerify BGV guides; mid-market velocity</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Narrower global enterprise depth vs suite vendors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Strong for high-volume India SMB and mid-market</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RFP benchmark on local channels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r>
              <a:tr h="548640">
                <a:tc>
                  <a:txBody>
                    <a:bodyPr/>
                    <a:lstStyle/>
                    <a:p>
                      <a:r>
                        <a:rPr sz="800"/>
                        <a:t>Darwinbox</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AI and Microsoft fabric stories; PDP landing pages; regional HRMS bundle</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Enterprise security and global template depth varies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Competes on time-to-value in India enterprise</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Omnichannel marketing pressure</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r>
              <a:tr h="548640">
                <a:tc>
                  <a:txBody>
                    <a:bodyPr/>
                    <a:lstStyle/>
                    <a:p>
                      <a:r>
                        <a:rPr sz="800"/>
                        <a:t>Zoho Recruit</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Marketplace WhatsApp and Zia mobile; TCO story; verification apps ecosystem</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Enterprise RFP depth vs global HCM suite</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Strong self-serve and SMB appeal</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Sets expectations on marketplace ID flows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r>
              <a:tr h="548640">
                <a:tc>
                  <a:txBody>
                    <a:bodyPr/>
                    <a:lstStyle/>
                    <a:p>
                      <a:r>
                        <a:rPr sz="800"/>
                        <a:t>PeopleStrong / greytHR</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Omnichannel and India payroll adjacency; Zwayam Amplify posting narratives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Global multinational template comparisons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Bundled HRMS positioning in India</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Local board reach cited in marketing</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Competitive Landscape - Global Platforms</a:t>
            </a:r>
          </a:p>
        </p:txBody>
      </p:sp>
      <p:sp>
        <p:nvSpPr>
          <p:cNvPr id="3" name="TextBox 2"/>
          <p:cNvSpPr txBox="1"/>
          <p:nvPr/>
        </p:nvSpPr>
        <p:spPr>
          <a:xfrm>
            <a:off x="0" y="4846320"/>
            <a:ext cx="3108960" cy="274320"/>
          </a:xfrm>
          <a:prstGeom prst="rect">
            <a:avLst/>
          </a:prstGeom>
          <a:noFill/>
        </p:spPr>
        <p:txBody>
          <a:bodyPr wrap="square">
            <a:spAutoFit/>
          </a:bodyPr>
          <a:lstStyle/>
          <a:p>
            <a:pPr algn="l"/>
            <a:r>
              <a:rPr b="0" sz="700">
                <a:solidFill>
                  <a:srgbClr val="525D6A"/>
                </a:solidFill>
                <a:latin typeface="Archivo"/>
              </a:rPr>
              <a:t>Workday Confidential</a:t>
            </a:r>
          </a:p>
        </p:txBody>
      </p:sp>
      <p:sp>
        <p:nvSpPr>
          <p:cNvPr id="4" name="TextBox 3"/>
          <p:cNvSpPr txBox="1"/>
          <p:nvPr/>
        </p:nvSpPr>
        <p:spPr>
          <a:xfrm>
            <a:off x="8412480" y="4846320"/>
            <a:ext cx="548640" cy="274320"/>
          </a:xfrm>
          <a:prstGeom prst="rect">
            <a:avLst/>
          </a:prstGeom>
          <a:noFill/>
        </p:spPr>
        <p:txBody>
          <a:bodyPr wrap="square">
            <a:spAutoFit/>
          </a:bodyPr>
          <a:lstStyle/>
          <a:p>
            <a:pPr algn="r"/>
            <a:r>
              <a:rPr b="0" sz="700">
                <a:solidFill>
                  <a:srgbClr val="525D6A"/>
                </a:solidFill>
                <a:latin typeface="Archivo"/>
              </a:rPr>
              <a:t>22</a:t>
            </a:r>
          </a:p>
        </p:txBody>
      </p:sp>
      <p:graphicFrame>
        <p:nvGraphicFramePr>
          <p:cNvPr id="5" name="Table 4"/>
          <p:cNvGraphicFramePr>
            <a:graphicFrameLocks noGrp="1"/>
          </p:cNvGraphicFramePr>
          <p:nvPr/>
        </p:nvGraphicFramePr>
        <p:xfrm>
          <a:off x="320040" y="914400"/>
          <a:ext cx="8503920" cy="2743200"/>
        </p:xfrm>
        <a:graphic>
          <a:graphicData uri="http://schemas.openxmlformats.org/drawingml/2006/table">
            <a:tbl>
              <a:tblPr firstRow="1" bandRow="1">
                <a:tableStyleId>{5C22544A-7EE6-4342-B048-85BDC9FD1C3A}</a:tableStyleId>
              </a:tblPr>
              <a:tblGrid>
                <a:gridCol w="1700784"/>
                <a:gridCol w="1700784"/>
                <a:gridCol w="1700784"/>
                <a:gridCol w="1700784"/>
                <a:gridCol w="1700784"/>
              </a:tblGrid>
              <a:tr h="548640">
                <a:tc>
                  <a:txBody>
                    <a:bodyPr/>
                    <a:lstStyle/>
                    <a:p>
                      <a:r>
                        <a:rPr sz="800" b="1">
                          <a:solidFill>
                            <a:srgbClr val="FFFFFF"/>
                          </a:solidFill>
                        </a:rPr>
                        <a:t>Vendor</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solidFill>
                      <a:srgbClr val="0F2E66"/>
                    </a:solidFill>
                  </a:tcPr>
                </a:tc>
                <a:tc>
                  <a:txBody>
                    <a:bodyPr/>
                    <a:lstStyle/>
                    <a:p>
                      <a:r>
                        <a:rPr sz="800" b="1">
                          <a:solidFill>
                            <a:srgbClr val="FFFFFF"/>
                          </a:solidFill>
                        </a:rPr>
                        <a:t>Key Strengths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solidFill>
                      <a:srgbClr val="0F2E66"/>
                    </a:solidFill>
                  </a:tcPr>
                </a:tc>
                <a:tc>
                  <a:txBody>
                    <a:bodyPr/>
                    <a:lstStyle/>
                    <a:p>
                      <a:r>
                        <a:rPr sz="800" b="1">
                          <a:solidFill>
                            <a:srgbClr val="FFFFFF"/>
                          </a:solidFill>
                        </a:rPr>
                        <a:t>Key Weaknesses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solidFill>
                      <a:srgbClr val="0F2E66"/>
                    </a:solidFill>
                  </a:tcPr>
                </a:tc>
                <a:tc>
                  <a:txBody>
                    <a:bodyPr/>
                    <a:lstStyle/>
                    <a:p>
                      <a:r>
                        <a:rPr sz="800" b="1">
                          <a:solidFill>
                            <a:srgbClr val="FFFFFF"/>
                          </a:solidFill>
                        </a:rPr>
                        <a:t>India Fit</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solidFill>
                      <a:srgbClr val="0F2E66"/>
                    </a:solidFill>
                  </a:tcPr>
                </a:tc>
                <a:tc>
                  <a:txBody>
                    <a:bodyPr/>
                    <a:lstStyle/>
                    <a:p>
                      <a:r>
                        <a:rPr sz="800" b="1">
                          <a:solidFill>
                            <a:srgbClr val="FFFFFF"/>
                          </a:solidFill>
                        </a:rPr>
                        <a:t>Notes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solidFill>
                      <a:srgbClr val="0F2E66"/>
                    </a:solidFill>
                  </a:tcPr>
                </a:tc>
              </a:tr>
              <a:tr h="548640">
                <a:tc>
                  <a:txBody>
                    <a:bodyPr/>
                    <a:lstStyle/>
                    <a:p>
                      <a:r>
                        <a:rPr sz="800"/>
                        <a:t>SAP SuccessFactors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SmartRecruiters embedded narrative; enterprise incumbency; India press Mar 2026</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Slower innovation perception vs best-of-breed ATS in some cycles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MNC India RFP staple</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AI story narrowing differentiation</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r>
              <a:tr h="548640">
                <a:tc>
                  <a:txBody>
                    <a:bodyPr/>
                    <a:lstStyle/>
                    <a:p>
                      <a:r>
                        <a:rPr sz="800"/>
                        <a:t>Oracle Fusion</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Agentic applications and Recruiting Booster narratives; global ERP footprint</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Complexity and implementation cost</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Large enterprise India deals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Mar 2026 India announcements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r>
              <a:tr h="548640">
                <a:tc>
                  <a:txBody>
                    <a:bodyPr/>
                    <a:lstStyle/>
                    <a:p>
                      <a:r>
                        <a:rPr sz="800"/>
                        <a:t>iCIMS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Frontline AI and omnichannel flows; high-volume story Mar 2026</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Suite adjacency vs Workday HCM</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BPO and high-volume segments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Raises SMS and web conversational bar</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r>
              <a:tr h="548640">
                <a:tc>
                  <a:txBody>
                    <a:bodyPr/>
                    <a:lstStyle/>
                    <a:p>
                      <a:r>
                        <a:rPr sz="800"/>
                        <a:t>Workable</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Paid Naukri integration marketing; SMB ease of use</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Limited enterprise India suite depth</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Benchmark for board posting UX</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Partner-first board pattern contrast</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824872" name="Google Shape;120;p22"/>
          <p:cNvPicPr preferRelativeResize="0"/>
          <p:nvPr/>
        </p:nvPicPr>
        <p:blipFill rotWithShape="1">
          <a:blip r:embed="rId2">
            <a:alphaModFix/>
          </a:blip>
          <a:srcRect b="38102" l="0" r="0" t="0"/>
          <a:stretch/>
        </p:blipFill>
        <p:spPr>
          <a:xfrm>
            <a:off x="0" y="1"/>
            <a:ext cx="9144000" cy="5143500"/>
          </a:xfrm>
          <a:prstGeom prst="rect">
            <a:avLst/>
          </a:prstGeom>
          <a:noFill/>
          <a:ln>
            <a:noFill/>
          </a:ln>
        </p:spPr>
      </p:pic>
      <p:sp>
        <p:nvSpPr>
          <p:cNvPr id="2" name="Title 1"/>
          <p:cNvSpPr>
            <a:spLocks noGrp="1"/>
          </p:cNvSpPr>
          <p:nvPr>
            <p:ph type="title"/>
          </p:nvPr>
        </p:nvSpPr>
        <p:spPr/>
        <p:txBody>
          <a:bodyPr/>
          <a:lstStyle/>
          <a:p>
            <a:r>
              <a:t>Competitive SWOT - Workday in India</a:t>
            </a:r>
          </a:p>
        </p:txBody>
      </p:sp>
      <p:sp>
        <p:nvSpPr>
          <p:cNvPr id="824873" name="TextBox 824872"/>
          <p:cNvSpPr txBox="1"/>
          <p:nvPr/>
        </p:nvSpPr>
        <p:spPr>
          <a:xfrm>
            <a:off x="0" y="4846320"/>
            <a:ext cx="3108960" cy="274320"/>
          </a:xfrm>
          <a:prstGeom prst="rect">
            <a:avLst/>
          </a:prstGeom>
          <a:noFill/>
        </p:spPr>
        <p:txBody>
          <a:bodyPr wrap="square">
            <a:spAutoFit/>
          </a:bodyPr>
          <a:lstStyle/>
          <a:p>
            <a:pPr algn="l"/>
            <a:r>
              <a:rPr b="0" sz="700">
                <a:solidFill>
                  <a:srgbClr val="525D6A"/>
                </a:solidFill>
                <a:latin typeface="Archivo"/>
              </a:rPr>
              <a:t>Workday Confidential</a:t>
            </a:r>
          </a:p>
        </p:txBody>
      </p:sp>
      <p:sp>
        <p:nvSpPr>
          <p:cNvPr id="824874" name="TextBox 824873"/>
          <p:cNvSpPr txBox="1"/>
          <p:nvPr/>
        </p:nvSpPr>
        <p:spPr>
          <a:xfrm>
            <a:off x="8412480" y="4846320"/>
            <a:ext cx="548640" cy="274320"/>
          </a:xfrm>
          <a:prstGeom prst="rect">
            <a:avLst/>
          </a:prstGeom>
          <a:noFill/>
        </p:spPr>
        <p:txBody>
          <a:bodyPr wrap="square">
            <a:spAutoFit/>
          </a:bodyPr>
          <a:lstStyle/>
          <a:p>
            <a:pPr algn="r"/>
            <a:r>
              <a:rPr b="0" sz="700">
                <a:solidFill>
                  <a:srgbClr val="525D6A"/>
                </a:solidFill>
                <a:latin typeface="Archivo"/>
              </a:rPr>
              <a:t>23</a:t>
            </a:r>
          </a:p>
        </p:txBody>
      </p:sp>
      <p:graphicFrame>
        <p:nvGraphicFramePr>
          <p:cNvPr id="824875" name="Table 824874"/>
          <p:cNvGraphicFramePr>
            <a:graphicFrameLocks noGrp="1"/>
          </p:cNvGraphicFramePr>
          <p:nvPr/>
        </p:nvGraphicFramePr>
        <p:xfrm>
          <a:off x="320040" y="914400"/>
          <a:ext cx="8503920" cy="2743200"/>
        </p:xfrm>
        <a:graphic>
          <a:graphicData uri="http://schemas.openxmlformats.org/drawingml/2006/table">
            <a:tbl>
              <a:tblPr firstRow="1" bandRow="1">
                <a:tableStyleId>{5C22544A-7EE6-4342-B048-85BDC9FD1C3A}</a:tableStyleId>
              </a:tblPr>
              <a:tblGrid>
                <a:gridCol w="4251960"/>
                <a:gridCol w="4251960"/>
              </a:tblGrid>
              <a:tr h="685800">
                <a:tc>
                  <a:txBody>
                    <a:bodyPr/>
                    <a:lstStyle/>
                    <a:p>
                      <a:r>
                        <a:rPr sz="900" b="1">
                          <a:solidFill>
                            <a:srgbClr val="FFFFFF"/>
                          </a:solidFill>
                        </a:rPr>
                        <a:t>Strengths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solidFill>
                      <a:srgbClr val="0F2E66"/>
                    </a:solidFill>
                  </a:tcPr>
                </a:tc>
                <a:tc>
                  <a:txBody>
                    <a:bodyPr/>
                    <a:lstStyle/>
                    <a:p>
                      <a:r>
                        <a:rPr sz="900" b="1">
                          <a:solidFill>
                            <a:srgbClr val="FFFFFF"/>
                          </a:solidFill>
                        </a:rPr>
                        <a:t>Weaknesses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solidFill>
                      <a:srgbClr val="0F2E66"/>
                    </a:solidFill>
                  </a:tcPr>
                </a:tc>
              </a:tr>
              <a:tr h="685800">
                <a:tc>
                  <a:txBody>
                    <a:bodyPr/>
                    <a:lstStyle/>
                    <a:p>
                      <a:r>
                        <a:rPr sz="900"/>
                        <a:t>Suite hire-to-retire coherence for MNC India; native BGV business process and connectors; UDMF duplicate management; DPDP-style configurable consent, retention, and purge; bulk grid and baseline matching</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900"/>
                        <a:t>True gaps: native +91 SMS, native WhatsApp in core Recruiting UI, native UIDAI Aadhaar eKYC, OOTB Naukri-class multipost; mobile recruiter partial parity; Paradox-grade scheduling without partners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r>
              <a:tr h="685800">
                <a:tc>
                  <a:txBody>
                    <a:bodyPr/>
                    <a:lstStyle/>
                    <a:p>
                      <a:r>
                        <a:rPr sz="900"/>
                        <a:t>Opportunities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900"/>
                        <a:t>Threats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r>
              <a:tr h="685800">
                <a:tc>
                  <a:txBody>
                    <a:bodyPr/>
                    <a:lstStyle/>
                    <a:p>
                      <a:r>
                        <a:rPr sz="900"/>
                        <a:t>Q2 India eight-customer row with DPDP and boards; AI matching activation with human-in-the-loop; Labour Code Nov 2025 documentation demand; partner-led channel closure; BRSR metrics consumers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900"/>
                        <a:t>Darwinbox, Keka, Zoho omnichannel bundling; SAP and Oracle AI press; DPDP and CERT-In dual breach optics; RFP risk if Aadhaar or SMS paths are overclaimed; high-volume churn if scale pain persists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981958" name="Google Shape;65;p17"/>
          <p:cNvPicPr preferRelativeResize="0"/>
          <p:nvPr/>
        </p:nvPicPr>
        <p:blipFill rotWithShape="1">
          <a:blip r:embed="rId2">
            <a:alphaModFix/>
          </a:blip>
          <a:srcRect b="0" l="4364" r="70596" t="0"/>
          <a:stretch/>
        </p:blipFill>
        <p:spPr>
          <a:xfrm>
            <a:off x="-1" y="-2286"/>
            <a:ext cx="2508653" cy="5148072"/>
          </a:xfrm>
          <a:prstGeom prst="rect">
            <a:avLst/>
          </a:prstGeom>
          <a:noFill/>
          <a:ln>
            <a:noFill/>
          </a:ln>
        </p:spPr>
      </p:pic>
      <p:sp>
        <p:nvSpPr>
          <p:cNvPr id="981959" name="TextBox 981958"/>
          <p:cNvSpPr txBox="1"/>
          <p:nvPr/>
        </p:nvSpPr>
        <p:spPr>
          <a:xfrm>
            <a:off x="0" y="4846320"/>
            <a:ext cx="3108960" cy="274320"/>
          </a:xfrm>
          <a:prstGeom prst="rect">
            <a:avLst/>
          </a:prstGeom>
          <a:noFill/>
        </p:spPr>
        <p:txBody>
          <a:bodyPr wrap="square">
            <a:spAutoFit/>
          </a:bodyPr>
          <a:lstStyle/>
          <a:p>
            <a:pPr algn="l"/>
            <a:r>
              <a:rPr b="0" sz="700">
                <a:solidFill>
                  <a:srgbClr val="525D6A"/>
                </a:solidFill>
                <a:latin typeface="Archivo"/>
              </a:rPr>
              <a:t>Workday Confidential</a:t>
            </a:r>
          </a:p>
        </p:txBody>
      </p:sp>
      <p:sp>
        <p:nvSpPr>
          <p:cNvPr id="981960" name="TextBox 981959"/>
          <p:cNvSpPr txBox="1"/>
          <p:nvPr/>
        </p:nvSpPr>
        <p:spPr>
          <a:xfrm>
            <a:off x="8412480" y="4846320"/>
            <a:ext cx="548640" cy="274320"/>
          </a:xfrm>
          <a:prstGeom prst="rect">
            <a:avLst/>
          </a:prstGeom>
          <a:noFill/>
        </p:spPr>
        <p:txBody>
          <a:bodyPr wrap="square">
            <a:spAutoFit/>
          </a:bodyPr>
          <a:lstStyle/>
          <a:p>
            <a:pPr algn="r"/>
            <a:r>
              <a:rPr b="0" sz="700">
                <a:solidFill>
                  <a:srgbClr val="525D6A"/>
                </a:solidFill>
                <a:latin typeface="Archivo"/>
              </a:rPr>
              <a:t>24</a:t>
            </a:r>
          </a:p>
        </p:txBody>
      </p:sp>
      <p:sp>
        <p:nvSpPr>
          <p:cNvPr id="981961" name="TextBox 981960"/>
          <p:cNvSpPr txBox="1"/>
          <p:nvPr/>
        </p:nvSpPr>
        <p:spPr>
          <a:xfrm>
            <a:off x="3017520" y="1371600"/>
            <a:ext cx="5120640" cy="2011680"/>
          </a:xfrm>
          <a:prstGeom prst="rect">
            <a:avLst/>
          </a:prstGeom>
          <a:noFill/>
        </p:spPr>
        <p:txBody>
          <a:bodyPr wrap="square">
            <a:spAutoFit/>
          </a:bodyPr>
          <a:lstStyle/>
          <a:p>
            <a:r>
              <a:rPr sz="1200">
                <a:solidFill>
                  <a:srgbClr val="0F2E66"/>
                </a:solidFill>
                <a:latin typeface="Archivo"/>
              </a:rPr>
              <a:t>S E C T I O N  0 7
Win / Loss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Win/Loss - Dataset Not Available</a:t>
            </a:r>
          </a:p>
        </p:txBody>
      </p:sp>
      <p:sp>
        <p:nvSpPr>
          <p:cNvPr id="3" name="TextBox 2"/>
          <p:cNvSpPr txBox="1"/>
          <p:nvPr/>
        </p:nvSpPr>
        <p:spPr>
          <a:xfrm>
            <a:off x="0" y="4846320"/>
            <a:ext cx="3108960" cy="274320"/>
          </a:xfrm>
          <a:prstGeom prst="rect">
            <a:avLst/>
          </a:prstGeom>
          <a:noFill/>
        </p:spPr>
        <p:txBody>
          <a:bodyPr wrap="square">
            <a:spAutoFit/>
          </a:bodyPr>
          <a:lstStyle/>
          <a:p>
            <a:pPr algn="l"/>
            <a:r>
              <a:rPr b="0" sz="700">
                <a:solidFill>
                  <a:srgbClr val="525D6A"/>
                </a:solidFill>
                <a:latin typeface="Archivo"/>
              </a:rPr>
              <a:t>Workday Confidential</a:t>
            </a:r>
          </a:p>
        </p:txBody>
      </p:sp>
      <p:sp>
        <p:nvSpPr>
          <p:cNvPr id="4" name="TextBox 3"/>
          <p:cNvSpPr txBox="1"/>
          <p:nvPr/>
        </p:nvSpPr>
        <p:spPr>
          <a:xfrm>
            <a:off x="8412480" y="4846320"/>
            <a:ext cx="548640" cy="274320"/>
          </a:xfrm>
          <a:prstGeom prst="rect">
            <a:avLst/>
          </a:prstGeom>
          <a:noFill/>
        </p:spPr>
        <p:txBody>
          <a:bodyPr wrap="square">
            <a:spAutoFit/>
          </a:bodyPr>
          <a:lstStyle/>
          <a:p>
            <a:pPr algn="r"/>
            <a:r>
              <a:rPr b="0" sz="700">
                <a:solidFill>
                  <a:srgbClr val="525D6A"/>
                </a:solidFill>
                <a:latin typeface="Archivo"/>
              </a:rPr>
              <a:t>25</a:t>
            </a:r>
          </a:p>
        </p:txBody>
      </p:sp>
      <p:sp>
        <p:nvSpPr>
          <p:cNvPr id="5" name="TextBox 4"/>
          <p:cNvSpPr txBox="1"/>
          <p:nvPr/>
        </p:nvSpPr>
        <p:spPr>
          <a:xfrm>
            <a:off x="640080" y="1097280"/>
            <a:ext cx="7863840" cy="2560320"/>
          </a:xfrm>
          <a:prstGeom prst="rect">
            <a:avLst/>
          </a:prstGeom>
          <a:noFill/>
        </p:spPr>
        <p:txBody>
          <a:bodyPr wrap="square">
            <a:spAutoFit/>
          </a:bodyPr>
          <a:lstStyle/>
          <a:p>
            <a:pPr lvl="1" marL="228600" indent="-182880">
              <a:spcAft>
                <a:spcPts val="600"/>
              </a:spcAft>
              <a:buFont typeface="Archivo"/>
              <a:buChar char="•"/>
            </a:pPr>
            <a:r>
              <a:rPr sz="1400">
                <a:solidFill>
                  <a:srgbClr val="0F2E66"/>
                </a:solidFill>
                <a:latin typeface="Archivo"/>
              </a:rPr>
              <a:t>Presales win and loss gap exports were not run for this research cycle; no severity-weighted CRM extract is available to chart.</a:t>
            </a:r>
          </a:p>
          <a:p>
            <a:pPr lvl="1" marL="228600" indent="-182880">
              <a:spcAft>
                <a:spcPts val="600"/>
              </a:spcAft>
              <a:buFont typeface="Archivo"/>
              <a:buChar char="•"/>
            </a:pPr>
            <a:r>
              <a:rPr sz="1400">
                <a:solidFill>
                  <a:srgbClr val="0F2E66"/>
                </a:solidFill>
                <a:latin typeface="Archivo"/>
              </a:rPr>
              <a:t>Roadmap prioritisation therefore leans on customer interviews, internal SME perspectives, competitive matrix true gaps, and strategy context.</a:t>
            </a:r>
          </a:p>
          <a:p>
            <a:pPr lvl="1" marL="228600" indent="-182880">
              <a:spcAft>
                <a:spcPts val="600"/>
              </a:spcAft>
              <a:buFont typeface="Archivo"/>
              <a:buChar char="•"/>
            </a:pPr>
            <a:r>
              <a:rPr sz="1400">
                <a:solidFill>
                  <a:srgbClr val="0F2E66"/>
                </a:solidFill>
                <a:latin typeface="Archivo"/>
              </a:rPr>
              <a:t>When exports resume, regenerate standard gap theme, chart, and proxy slides to align sales loss reasons with product investment cases.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51566" name="Google Shape;120;p22"/>
          <p:cNvPicPr preferRelativeResize="0"/>
          <p:nvPr/>
        </p:nvPicPr>
        <p:blipFill rotWithShape="1">
          <a:blip r:embed="rId2">
            <a:alphaModFix/>
          </a:blip>
          <a:srcRect b="38102" l="0" r="0" t="0"/>
          <a:stretch/>
        </p:blipFill>
        <p:spPr>
          <a:xfrm>
            <a:off x="0" y="1"/>
            <a:ext cx="9144000" cy="5143500"/>
          </a:xfrm>
          <a:prstGeom prst="rect">
            <a:avLst/>
          </a:prstGeom>
          <a:noFill/>
          <a:ln>
            <a:noFill/>
          </a:ln>
        </p:spPr>
      </p:pic>
      <p:sp>
        <p:nvSpPr>
          <p:cNvPr id="2" name="Title 1"/>
          <p:cNvSpPr>
            <a:spLocks noGrp="1"/>
          </p:cNvSpPr>
          <p:nvPr>
            <p:ph type="title"/>
          </p:nvPr>
        </p:nvSpPr>
        <p:spPr/>
        <p:txBody>
          <a:bodyPr/>
          <a:lstStyle/>
          <a:p>
            <a:r>
              <a:t>Win/Loss - Theme Analysis Deferred</a:t>
            </a:r>
          </a:p>
        </p:txBody>
      </p:sp>
      <p:sp>
        <p:nvSpPr>
          <p:cNvPr id="551567" name="TextBox 551566"/>
          <p:cNvSpPr txBox="1"/>
          <p:nvPr/>
        </p:nvSpPr>
        <p:spPr>
          <a:xfrm>
            <a:off x="0" y="4846320"/>
            <a:ext cx="3108960" cy="274320"/>
          </a:xfrm>
          <a:prstGeom prst="rect">
            <a:avLst/>
          </a:prstGeom>
          <a:noFill/>
        </p:spPr>
        <p:txBody>
          <a:bodyPr wrap="square">
            <a:spAutoFit/>
          </a:bodyPr>
          <a:lstStyle/>
          <a:p>
            <a:pPr algn="l"/>
            <a:r>
              <a:rPr b="0" sz="700">
                <a:solidFill>
                  <a:srgbClr val="525D6A"/>
                </a:solidFill>
                <a:latin typeface="Archivo"/>
              </a:rPr>
              <a:t>Workday Confidential</a:t>
            </a:r>
          </a:p>
        </p:txBody>
      </p:sp>
      <p:sp>
        <p:nvSpPr>
          <p:cNvPr id="551568" name="TextBox 551567"/>
          <p:cNvSpPr txBox="1"/>
          <p:nvPr/>
        </p:nvSpPr>
        <p:spPr>
          <a:xfrm>
            <a:off x="8412480" y="4846320"/>
            <a:ext cx="548640" cy="274320"/>
          </a:xfrm>
          <a:prstGeom prst="rect">
            <a:avLst/>
          </a:prstGeom>
          <a:noFill/>
        </p:spPr>
        <p:txBody>
          <a:bodyPr wrap="square">
            <a:spAutoFit/>
          </a:bodyPr>
          <a:lstStyle/>
          <a:p>
            <a:pPr algn="r"/>
            <a:r>
              <a:rPr b="0" sz="700">
                <a:solidFill>
                  <a:srgbClr val="525D6A"/>
                </a:solidFill>
                <a:latin typeface="Archivo"/>
              </a:rPr>
              <a:t>26</a:t>
            </a:r>
          </a:p>
        </p:txBody>
      </p:sp>
      <p:sp>
        <p:nvSpPr>
          <p:cNvPr id="551569" name="TextBox 551568"/>
          <p:cNvSpPr txBox="1"/>
          <p:nvPr/>
        </p:nvSpPr>
        <p:spPr>
          <a:xfrm>
            <a:off x="640080" y="1097280"/>
            <a:ext cx="7863840" cy="2560320"/>
          </a:xfrm>
          <a:prstGeom prst="rect">
            <a:avLst/>
          </a:prstGeom>
          <a:noFill/>
        </p:spPr>
        <p:txBody>
          <a:bodyPr wrap="square">
            <a:spAutoFit/>
          </a:bodyPr>
          <a:lstStyle/>
          <a:p>
            <a:pPr lvl="1" marL="228600" indent="-182880">
              <a:spcAft>
                <a:spcPts val="600"/>
              </a:spcAft>
              <a:buFont typeface="Archivo"/>
              <a:buChar char="•"/>
            </a:pPr>
            <a:r>
              <a:rPr sz="1400">
                <a:solidFill>
                  <a:srgbClr val="0F2E66"/>
                </a:solidFill>
                <a:latin typeface="Archivo"/>
              </a:rPr>
              <a:t>Top-N gap theme tables require structured opportunity fields and consistent region tagging in presales exports.</a:t>
            </a:r>
          </a:p>
          <a:p>
            <a:pPr lvl="1" marL="228600" indent="-182880">
              <a:spcAft>
                <a:spcPts val="600"/>
              </a:spcAft>
              <a:buFont typeface="Archivo"/>
              <a:buChar char="•"/>
            </a:pPr>
            <a:r>
              <a:rPr sz="1400">
                <a:solidFill>
                  <a:srgbClr val="0F2E66"/>
                </a:solidFill>
                <a:latin typeface="Archivo"/>
              </a:rPr>
              <a:t>Until hygiene is restored, treat competitive scan severity labels and customer quotes as primary gap evidence, not win-loss frequency counts.</a:t>
            </a:r>
          </a:p>
          <a:p>
            <a:pPr lvl="1" marL="228600" indent="-182880">
              <a:spcAft>
                <a:spcPts val="600"/>
              </a:spcAft>
              <a:buFont typeface="Archivo"/>
              <a:buChar char="•"/>
            </a:pPr>
            <a:r>
              <a:rPr sz="1400">
                <a:solidFill>
                  <a:srgbClr val="0F2E66"/>
                </a:solidFill>
                <a:latin typeface="Archivo"/>
              </a:rPr>
              <a:t>Product teams should agree a single India gap taxonomy with Sales Ops before rebuilding charts.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Win/Loss - Charts Placeholder</a:t>
            </a:r>
          </a:p>
        </p:txBody>
      </p:sp>
      <p:sp>
        <p:nvSpPr>
          <p:cNvPr id="3" name="TextBox 2"/>
          <p:cNvSpPr txBox="1"/>
          <p:nvPr/>
        </p:nvSpPr>
        <p:spPr>
          <a:xfrm>
            <a:off x="0" y="4846320"/>
            <a:ext cx="3108960" cy="274320"/>
          </a:xfrm>
          <a:prstGeom prst="rect">
            <a:avLst/>
          </a:prstGeom>
          <a:noFill/>
        </p:spPr>
        <p:txBody>
          <a:bodyPr wrap="square">
            <a:spAutoFit/>
          </a:bodyPr>
          <a:lstStyle/>
          <a:p>
            <a:pPr algn="l"/>
            <a:r>
              <a:rPr b="0" sz="700">
                <a:solidFill>
                  <a:srgbClr val="525D6A"/>
                </a:solidFill>
                <a:latin typeface="Archivo"/>
              </a:rPr>
              <a:t>Workday Confidential</a:t>
            </a:r>
          </a:p>
        </p:txBody>
      </p:sp>
      <p:sp>
        <p:nvSpPr>
          <p:cNvPr id="4" name="TextBox 3"/>
          <p:cNvSpPr txBox="1"/>
          <p:nvPr/>
        </p:nvSpPr>
        <p:spPr>
          <a:xfrm>
            <a:off x="8412480" y="4846320"/>
            <a:ext cx="548640" cy="274320"/>
          </a:xfrm>
          <a:prstGeom prst="rect">
            <a:avLst/>
          </a:prstGeom>
          <a:noFill/>
        </p:spPr>
        <p:txBody>
          <a:bodyPr wrap="square">
            <a:spAutoFit/>
          </a:bodyPr>
          <a:lstStyle/>
          <a:p>
            <a:pPr algn="r"/>
            <a:r>
              <a:rPr b="0" sz="700">
                <a:solidFill>
                  <a:srgbClr val="525D6A"/>
                </a:solidFill>
                <a:latin typeface="Archivo"/>
              </a:rPr>
              <a:t>27</a:t>
            </a:r>
          </a:p>
        </p:txBody>
      </p:sp>
      <p:sp>
        <p:nvSpPr>
          <p:cNvPr id="5" name="TextBox 4"/>
          <p:cNvSpPr txBox="1"/>
          <p:nvPr/>
        </p:nvSpPr>
        <p:spPr>
          <a:xfrm>
            <a:off x="640080" y="1097280"/>
            <a:ext cx="7863840" cy="2560320"/>
          </a:xfrm>
          <a:prstGeom prst="rect">
            <a:avLst/>
          </a:prstGeom>
          <a:noFill/>
        </p:spPr>
        <p:txBody>
          <a:bodyPr wrap="square">
            <a:spAutoFit/>
          </a:bodyPr>
          <a:lstStyle/>
          <a:p>
            <a:pPr lvl="1" marL="228600" indent="-182880">
              <a:spcAft>
                <a:spcPts val="600"/>
              </a:spcAft>
              <a:buFont typeface="Archivo"/>
              <a:buChar char="•"/>
            </a:pPr>
            <a:r>
              <a:rPr sz="1400">
                <a:solidFill>
                  <a:srgbClr val="0F2E66"/>
                </a:solidFill>
                <a:latin typeface="Archivo"/>
              </a:rPr>
              <a:t>Horizontal bar charts of gap themes are omitted because no numeric frequency series exists for this mission.</a:t>
            </a:r>
          </a:p>
          <a:p>
            <a:pPr lvl="1" marL="228600" indent="-182880">
              <a:spcAft>
                <a:spcPts val="600"/>
              </a:spcAft>
              <a:buFont typeface="Archivo"/>
              <a:buChar char="•"/>
            </a:pPr>
            <a:r>
              <a:rPr sz="1400">
                <a:solidFill>
                  <a:srgbClr val="0F2E66"/>
                </a:solidFill>
                <a:latin typeface="Archivo"/>
              </a:rPr>
              <a:t>Use competitive matrix Native, Workaround, True Gap columns plus TP India scale anecdotes to illustrate impact qualitatively.</a:t>
            </a:r>
          </a:p>
          <a:p>
            <a:pPr lvl="1" marL="228600" indent="-182880">
              <a:spcAft>
                <a:spcPts val="600"/>
              </a:spcAft>
              <a:buFont typeface="Archivo"/>
              <a:buChar char="•"/>
            </a:pPr>
            <a:r>
              <a:rPr sz="1400">
                <a:solidFill>
                  <a:srgbClr val="0F2E66"/>
                </a:solidFill>
                <a:latin typeface="Archivo"/>
              </a:rPr>
              <a:t>Revisit chart slide after next presales export refresh.</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827052" name="Google Shape;120;p22"/>
          <p:cNvPicPr preferRelativeResize="0"/>
          <p:nvPr/>
        </p:nvPicPr>
        <p:blipFill rotWithShape="1">
          <a:blip r:embed="rId2">
            <a:alphaModFix/>
          </a:blip>
          <a:srcRect b="38102" l="0" r="0" t="0"/>
          <a:stretch/>
        </p:blipFill>
        <p:spPr>
          <a:xfrm>
            <a:off x="0" y="1"/>
            <a:ext cx="9144000" cy="5143500"/>
          </a:xfrm>
          <a:prstGeom prst="rect">
            <a:avLst/>
          </a:prstGeom>
          <a:noFill/>
          <a:ln>
            <a:noFill/>
          </a:ln>
        </p:spPr>
      </p:pic>
      <p:sp>
        <p:nvSpPr>
          <p:cNvPr id="2" name="Title 1"/>
          <p:cNvSpPr>
            <a:spLocks noGrp="1"/>
          </p:cNvSpPr>
          <p:nvPr>
            <p:ph type="title"/>
          </p:nvPr>
        </p:nvSpPr>
        <p:spPr/>
        <p:txBody>
          <a:bodyPr/>
          <a:lstStyle/>
          <a:p>
            <a:r>
              <a:t>Win/Loss - Evidence Sources This Cycle</a:t>
            </a:r>
          </a:p>
        </p:txBody>
      </p:sp>
      <p:sp>
        <p:nvSpPr>
          <p:cNvPr id="827053" name="TextBox 827052"/>
          <p:cNvSpPr txBox="1"/>
          <p:nvPr/>
        </p:nvSpPr>
        <p:spPr>
          <a:xfrm>
            <a:off x="0" y="4846320"/>
            <a:ext cx="3108960" cy="274320"/>
          </a:xfrm>
          <a:prstGeom prst="rect">
            <a:avLst/>
          </a:prstGeom>
          <a:noFill/>
        </p:spPr>
        <p:txBody>
          <a:bodyPr wrap="square">
            <a:spAutoFit/>
          </a:bodyPr>
          <a:lstStyle/>
          <a:p>
            <a:pPr algn="l"/>
            <a:r>
              <a:rPr b="0" sz="700">
                <a:solidFill>
                  <a:srgbClr val="525D6A"/>
                </a:solidFill>
                <a:latin typeface="Archivo"/>
              </a:rPr>
              <a:t>Workday Confidential</a:t>
            </a:r>
          </a:p>
        </p:txBody>
      </p:sp>
      <p:sp>
        <p:nvSpPr>
          <p:cNvPr id="827054" name="TextBox 827053"/>
          <p:cNvSpPr txBox="1"/>
          <p:nvPr/>
        </p:nvSpPr>
        <p:spPr>
          <a:xfrm>
            <a:off x="8412480" y="4846320"/>
            <a:ext cx="548640" cy="274320"/>
          </a:xfrm>
          <a:prstGeom prst="rect">
            <a:avLst/>
          </a:prstGeom>
          <a:noFill/>
        </p:spPr>
        <p:txBody>
          <a:bodyPr wrap="square">
            <a:spAutoFit/>
          </a:bodyPr>
          <a:lstStyle/>
          <a:p>
            <a:pPr algn="r"/>
            <a:r>
              <a:rPr b="0" sz="700">
                <a:solidFill>
                  <a:srgbClr val="525D6A"/>
                </a:solidFill>
                <a:latin typeface="Archivo"/>
              </a:rPr>
              <a:t>28</a:t>
            </a:r>
          </a:p>
        </p:txBody>
      </p:sp>
      <p:sp>
        <p:nvSpPr>
          <p:cNvPr id="827055" name="TextBox 827054"/>
          <p:cNvSpPr txBox="1"/>
          <p:nvPr/>
        </p:nvSpPr>
        <p:spPr>
          <a:xfrm>
            <a:off x="640080" y="1097280"/>
            <a:ext cx="7863840" cy="2560320"/>
          </a:xfrm>
          <a:prstGeom prst="rect">
            <a:avLst/>
          </a:prstGeom>
          <a:noFill/>
        </p:spPr>
        <p:txBody>
          <a:bodyPr wrap="square">
            <a:spAutoFit/>
          </a:bodyPr>
          <a:lstStyle/>
          <a:p>
            <a:pPr lvl="1" marL="228600" indent="-182880">
              <a:spcAft>
                <a:spcPts val="600"/>
              </a:spcAft>
              <a:buFont typeface="Archivo"/>
              <a:buChar char="•"/>
            </a:pPr>
            <a:r>
              <a:rPr sz="1400">
                <a:solidFill>
                  <a:srgbClr val="0F2E66"/>
                </a:solidFill>
                <a:latin typeface="Archivo"/>
              </a:rPr>
              <a:t>Customer evidence: P1–P5 at Teleperformance India on approvals, IDs, duplicates, offers, and dashboards.</a:t>
            </a:r>
          </a:p>
          <a:p>
            <a:pPr lvl="1" marL="228600" indent="-182880">
              <a:spcAft>
                <a:spcPts val="600"/>
              </a:spcAft>
              <a:buFont typeface="Archivo"/>
              <a:buChar char="•"/>
            </a:pPr>
            <a:r>
              <a:rPr sz="1400">
                <a:solidFill>
                  <a:srgbClr val="0F2E66"/>
                </a:solidFill>
                <a:latin typeface="Archivo"/>
              </a:rPr>
              <a:t>Competitive evidence: India competitive scan and matrix v1.8 with validated true-gap callouts on SMS, WhatsApp, Aadhaar, and boards.</a:t>
            </a:r>
          </a:p>
          <a:p>
            <a:pPr lvl="1" marL="228600" indent="-182880">
              <a:spcAft>
                <a:spcPts val="600"/>
              </a:spcAft>
              <a:buFont typeface="Archivo"/>
              <a:buChar char="•"/>
            </a:pPr>
            <a:r>
              <a:rPr sz="1400">
                <a:solidFill>
                  <a:srgbClr val="0F2E66"/>
                </a:solidFill>
                <a:latin typeface="Archivo"/>
              </a:rPr>
              <a:t>Internal evidence: five Workday SMEs on fraud scale, offer flexibility, BGC orchestration, and WhatsApp behaviour.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76407" name="Google Shape;65;p17"/>
          <p:cNvPicPr preferRelativeResize="0"/>
          <p:nvPr/>
        </p:nvPicPr>
        <p:blipFill rotWithShape="1">
          <a:blip r:embed="rId2">
            <a:alphaModFix/>
          </a:blip>
          <a:srcRect b="0" l="4364" r="70596" t="0"/>
          <a:stretch/>
        </p:blipFill>
        <p:spPr>
          <a:xfrm>
            <a:off x="-1" y="-2286"/>
            <a:ext cx="2508653" cy="5148072"/>
          </a:xfrm>
          <a:prstGeom prst="rect">
            <a:avLst/>
          </a:prstGeom>
          <a:noFill/>
          <a:ln>
            <a:noFill/>
          </a:ln>
        </p:spPr>
      </p:pic>
      <p:sp>
        <p:nvSpPr>
          <p:cNvPr id="476408" name="TextBox 476407"/>
          <p:cNvSpPr txBox="1"/>
          <p:nvPr/>
        </p:nvSpPr>
        <p:spPr>
          <a:xfrm>
            <a:off x="0" y="4846320"/>
            <a:ext cx="3108960" cy="274320"/>
          </a:xfrm>
          <a:prstGeom prst="rect">
            <a:avLst/>
          </a:prstGeom>
          <a:noFill/>
        </p:spPr>
        <p:txBody>
          <a:bodyPr wrap="square">
            <a:spAutoFit/>
          </a:bodyPr>
          <a:lstStyle/>
          <a:p>
            <a:pPr algn="l"/>
            <a:r>
              <a:rPr b="0" sz="700">
                <a:solidFill>
                  <a:srgbClr val="525D6A"/>
                </a:solidFill>
                <a:latin typeface="Archivo"/>
              </a:rPr>
              <a:t>Workday Confidential</a:t>
            </a:r>
          </a:p>
        </p:txBody>
      </p:sp>
      <p:sp>
        <p:nvSpPr>
          <p:cNvPr id="476409" name="TextBox 476408"/>
          <p:cNvSpPr txBox="1"/>
          <p:nvPr/>
        </p:nvSpPr>
        <p:spPr>
          <a:xfrm>
            <a:off x="8412480" y="4846320"/>
            <a:ext cx="548640" cy="274320"/>
          </a:xfrm>
          <a:prstGeom prst="rect">
            <a:avLst/>
          </a:prstGeom>
          <a:noFill/>
        </p:spPr>
        <p:txBody>
          <a:bodyPr wrap="square">
            <a:spAutoFit/>
          </a:bodyPr>
          <a:lstStyle/>
          <a:p>
            <a:pPr algn="r"/>
            <a:r>
              <a:rPr b="0" sz="700">
                <a:solidFill>
                  <a:srgbClr val="525D6A"/>
                </a:solidFill>
                <a:latin typeface="Archivo"/>
              </a:rPr>
              <a:t>29</a:t>
            </a:r>
          </a:p>
        </p:txBody>
      </p:sp>
      <p:sp>
        <p:nvSpPr>
          <p:cNvPr id="476410" name="TextBox 476409"/>
          <p:cNvSpPr txBox="1"/>
          <p:nvPr/>
        </p:nvSpPr>
        <p:spPr>
          <a:xfrm>
            <a:off x="3017520" y="1371600"/>
            <a:ext cx="5120640" cy="2011680"/>
          </a:xfrm>
          <a:prstGeom prst="rect">
            <a:avLst/>
          </a:prstGeom>
          <a:noFill/>
        </p:spPr>
        <p:txBody>
          <a:bodyPr wrap="square">
            <a:spAutoFit/>
          </a:bodyPr>
          <a:lstStyle/>
          <a:p>
            <a:r>
              <a:rPr sz="1200">
                <a:solidFill>
                  <a:srgbClr val="0F2E66"/>
                </a:solidFill>
                <a:latin typeface="Archivo"/>
              </a:rPr>
              <a:t>S E C T I O N  0 8
Ideation Hub</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58208" name="Google Shape;120;p22"/>
          <p:cNvPicPr preferRelativeResize="0"/>
          <p:nvPr/>
        </p:nvPicPr>
        <p:blipFill rotWithShape="1">
          <a:blip r:embed="rId2">
            <a:alphaModFix/>
          </a:blip>
          <a:srcRect b="38102" l="0" r="0" t="0"/>
          <a:stretch/>
        </p:blipFill>
        <p:spPr>
          <a:xfrm>
            <a:off x="0" y="1"/>
            <a:ext cx="9144000" cy="5143500"/>
          </a:xfrm>
          <a:prstGeom prst="rect">
            <a:avLst/>
          </a:prstGeom>
          <a:noFill/>
          <a:ln>
            <a:noFill/>
          </a:ln>
        </p:spPr>
      </p:pic>
      <p:sp>
        <p:nvSpPr>
          <p:cNvPr id="2" name="Title 1"/>
          <p:cNvSpPr>
            <a:spLocks noGrp="1"/>
          </p:cNvSpPr>
          <p:nvPr>
            <p:ph type="title"/>
          </p:nvPr>
        </p:nvSpPr>
        <p:spPr/>
        <p:txBody>
          <a:bodyPr/>
          <a:lstStyle/>
          <a:p>
            <a:r>
              <a:t>Ideation Hub - Corpus Not Available</a:t>
            </a:r>
          </a:p>
        </p:txBody>
      </p:sp>
      <p:sp>
        <p:nvSpPr>
          <p:cNvPr id="358209" name="TextBox 358208"/>
          <p:cNvSpPr txBox="1"/>
          <p:nvPr/>
        </p:nvSpPr>
        <p:spPr>
          <a:xfrm>
            <a:off x="0" y="4846320"/>
            <a:ext cx="3108960" cy="274320"/>
          </a:xfrm>
          <a:prstGeom prst="rect">
            <a:avLst/>
          </a:prstGeom>
          <a:noFill/>
        </p:spPr>
        <p:txBody>
          <a:bodyPr wrap="square">
            <a:spAutoFit/>
          </a:bodyPr>
          <a:lstStyle/>
          <a:p>
            <a:pPr algn="l"/>
            <a:r>
              <a:rPr b="0" sz="700">
                <a:solidFill>
                  <a:srgbClr val="525D6A"/>
                </a:solidFill>
                <a:latin typeface="Archivo"/>
              </a:rPr>
              <a:t>Workday Confidential</a:t>
            </a:r>
          </a:p>
        </p:txBody>
      </p:sp>
      <p:sp>
        <p:nvSpPr>
          <p:cNvPr id="358210" name="TextBox 358209"/>
          <p:cNvSpPr txBox="1"/>
          <p:nvPr/>
        </p:nvSpPr>
        <p:spPr>
          <a:xfrm>
            <a:off x="8412480" y="4846320"/>
            <a:ext cx="548640" cy="274320"/>
          </a:xfrm>
          <a:prstGeom prst="rect">
            <a:avLst/>
          </a:prstGeom>
          <a:noFill/>
        </p:spPr>
        <p:txBody>
          <a:bodyPr wrap="square">
            <a:spAutoFit/>
          </a:bodyPr>
          <a:lstStyle/>
          <a:p>
            <a:pPr algn="r"/>
            <a:r>
              <a:rPr b="0" sz="700">
                <a:solidFill>
                  <a:srgbClr val="525D6A"/>
                </a:solidFill>
                <a:latin typeface="Archivo"/>
              </a:rPr>
              <a:t>30</a:t>
            </a:r>
          </a:p>
        </p:txBody>
      </p:sp>
      <p:sp>
        <p:nvSpPr>
          <p:cNvPr id="358211" name="TextBox 358210"/>
          <p:cNvSpPr txBox="1"/>
          <p:nvPr/>
        </p:nvSpPr>
        <p:spPr>
          <a:xfrm>
            <a:off x="640080" y="1097280"/>
            <a:ext cx="7863840" cy="2560320"/>
          </a:xfrm>
          <a:prstGeom prst="rect">
            <a:avLst/>
          </a:prstGeom>
          <a:noFill/>
        </p:spPr>
        <p:txBody>
          <a:bodyPr wrap="square">
            <a:spAutoFit/>
          </a:bodyPr>
          <a:lstStyle/>
          <a:p>
            <a:pPr lvl="1" marL="228600" indent="-182880">
              <a:spcAft>
                <a:spcPts val="600"/>
              </a:spcAft>
              <a:buFont typeface="Archivo"/>
              <a:buChar char="•"/>
            </a:pPr>
            <a:r>
              <a:rPr sz="1400">
                <a:solidFill>
                  <a:srgbClr val="0F2E66"/>
                </a:solidFill>
                <a:latin typeface="Archivo"/>
              </a:rPr>
              <a:t>No customer ideation CSV or raw idea export was available for this mission; overview counts and histograms are omitted by design.</a:t>
            </a:r>
          </a:p>
          <a:p>
            <a:pPr lvl="1" marL="228600" indent="-182880">
              <a:spcAft>
                <a:spcPts val="600"/>
              </a:spcAft>
              <a:buFont typeface="Archivo"/>
              <a:buChar char="•"/>
            </a:pPr>
            <a:r>
              <a:rPr sz="1400">
                <a:solidFill>
                  <a:srgbClr val="0F2E66"/>
                </a:solidFill>
                <a:latin typeface="Archivo"/>
              </a:rPr>
              <a:t>Use SME and customer interviews to prioritise themes instead of idea-volume rankings.</a:t>
            </a:r>
          </a:p>
          <a:p>
            <a:pPr lvl="1" marL="228600" indent="-182880">
              <a:spcAft>
                <a:spcPts val="600"/>
              </a:spcAft>
              <a:buFont typeface="Archivo"/>
              <a:buChar char="•"/>
            </a:pPr>
            <a:r>
              <a:rPr sz="1400">
                <a:solidFill>
                  <a:srgbClr val="0F2E66"/>
                </a:solidFill>
                <a:latin typeface="Archivo"/>
              </a:rPr>
              <a:t>When ideation exports return, rebuild the standard three-slide ideation block.</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Ideation Hub - Top Areas Deferred</a:t>
            </a:r>
          </a:p>
        </p:txBody>
      </p:sp>
      <p:sp>
        <p:nvSpPr>
          <p:cNvPr id="3" name="TextBox 2"/>
          <p:cNvSpPr txBox="1"/>
          <p:nvPr/>
        </p:nvSpPr>
        <p:spPr>
          <a:xfrm>
            <a:off x="0" y="4846320"/>
            <a:ext cx="3108960" cy="274320"/>
          </a:xfrm>
          <a:prstGeom prst="rect">
            <a:avLst/>
          </a:prstGeom>
          <a:noFill/>
        </p:spPr>
        <p:txBody>
          <a:bodyPr wrap="square">
            <a:spAutoFit/>
          </a:bodyPr>
          <a:lstStyle/>
          <a:p>
            <a:pPr algn="l"/>
            <a:r>
              <a:rPr b="0" sz="700">
                <a:solidFill>
                  <a:srgbClr val="525D6A"/>
                </a:solidFill>
                <a:latin typeface="Archivo"/>
              </a:rPr>
              <a:t>Workday Confidential</a:t>
            </a:r>
          </a:p>
        </p:txBody>
      </p:sp>
      <p:sp>
        <p:nvSpPr>
          <p:cNvPr id="4" name="TextBox 3"/>
          <p:cNvSpPr txBox="1"/>
          <p:nvPr/>
        </p:nvSpPr>
        <p:spPr>
          <a:xfrm>
            <a:off x="8412480" y="4846320"/>
            <a:ext cx="548640" cy="274320"/>
          </a:xfrm>
          <a:prstGeom prst="rect">
            <a:avLst/>
          </a:prstGeom>
          <a:noFill/>
        </p:spPr>
        <p:txBody>
          <a:bodyPr wrap="square">
            <a:spAutoFit/>
          </a:bodyPr>
          <a:lstStyle/>
          <a:p>
            <a:pPr algn="r"/>
            <a:r>
              <a:rPr b="0" sz="700">
                <a:solidFill>
                  <a:srgbClr val="525D6A"/>
                </a:solidFill>
                <a:latin typeface="Archivo"/>
              </a:rPr>
              <a:t>31</a:t>
            </a:r>
          </a:p>
        </p:txBody>
      </p:sp>
      <p:sp>
        <p:nvSpPr>
          <p:cNvPr id="5" name="TextBox 4"/>
          <p:cNvSpPr txBox="1"/>
          <p:nvPr/>
        </p:nvSpPr>
        <p:spPr>
          <a:xfrm>
            <a:off x="640080" y="1097280"/>
            <a:ext cx="7863840" cy="2560320"/>
          </a:xfrm>
          <a:prstGeom prst="rect">
            <a:avLst/>
          </a:prstGeom>
          <a:noFill/>
        </p:spPr>
        <p:txBody>
          <a:bodyPr wrap="square">
            <a:spAutoFit/>
          </a:bodyPr>
          <a:lstStyle/>
          <a:p>
            <a:pPr lvl="1" marL="228600" indent="-182880">
              <a:spcAft>
                <a:spcPts val="600"/>
              </a:spcAft>
              <a:buFont typeface="Archivo"/>
              <a:buChar char="•"/>
            </a:pPr>
            <a:r>
              <a:rPr sz="1400">
                <a:solidFill>
                  <a:srgbClr val="0F2E66"/>
                </a:solidFill>
                <a:latin typeface="Archivo"/>
              </a:rPr>
              <a:t>Capability-area bar charts require aggregated idea taxonomies and stable product component mappings.</a:t>
            </a:r>
          </a:p>
          <a:p>
            <a:pPr lvl="1" marL="228600" indent="-182880">
              <a:spcAft>
                <a:spcPts val="600"/>
              </a:spcAft>
              <a:buFont typeface="Archivo"/>
              <a:buChar char="•"/>
            </a:pPr>
            <a:r>
              <a:rPr sz="1400">
                <a:solidFill>
                  <a:srgbClr val="0F2E66"/>
                </a:solidFill>
                <a:latin typeface="Archivo"/>
              </a:rPr>
              <a:t>Interim proxy: competitive matrix gap themes plus PMF recommendation RICE table for prioritisation narrative.</a:t>
            </a:r>
          </a:p>
          <a:p>
            <a:pPr lvl="1" marL="228600" indent="-182880">
              <a:spcAft>
                <a:spcPts val="600"/>
              </a:spcAft>
              <a:buFont typeface="Archivo"/>
              <a:buChar char="•"/>
            </a:pPr>
            <a:r>
              <a:rPr sz="1400">
                <a:solidFill>
                  <a:srgbClr val="0F2E66"/>
                </a:solidFill>
                <a:latin typeface="Archivo"/>
              </a:rPr>
              <a:t>Coordinate with Ideas portal owners for India-tagged exports.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01963" name="Google Shape;120;p22"/>
          <p:cNvPicPr preferRelativeResize="0"/>
          <p:nvPr/>
        </p:nvPicPr>
        <p:blipFill rotWithShape="1">
          <a:blip r:embed="rId2">
            <a:alphaModFix/>
          </a:blip>
          <a:srcRect b="38102" l="0" r="0" t="0"/>
          <a:stretch/>
        </p:blipFill>
        <p:spPr>
          <a:xfrm>
            <a:off x="0" y="1"/>
            <a:ext cx="9144000" cy="5143500"/>
          </a:xfrm>
          <a:prstGeom prst="rect">
            <a:avLst/>
          </a:prstGeom>
          <a:noFill/>
          <a:ln>
            <a:noFill/>
          </a:ln>
        </p:spPr>
      </p:pic>
      <p:sp>
        <p:nvSpPr>
          <p:cNvPr id="2" name="Title 1"/>
          <p:cNvSpPr>
            <a:spLocks noGrp="1"/>
          </p:cNvSpPr>
          <p:nvPr>
            <p:ph type="title"/>
          </p:nvPr>
        </p:nvSpPr>
        <p:spPr/>
        <p:txBody>
          <a:bodyPr/>
          <a:lstStyle/>
          <a:p>
            <a:r>
              <a:t>Ideation Hub - Verbatims Deferred</a:t>
            </a:r>
          </a:p>
        </p:txBody>
      </p:sp>
      <p:sp>
        <p:nvSpPr>
          <p:cNvPr id="201964" name="TextBox 201963"/>
          <p:cNvSpPr txBox="1"/>
          <p:nvPr/>
        </p:nvSpPr>
        <p:spPr>
          <a:xfrm>
            <a:off x="0" y="4846320"/>
            <a:ext cx="3108960" cy="274320"/>
          </a:xfrm>
          <a:prstGeom prst="rect">
            <a:avLst/>
          </a:prstGeom>
          <a:noFill/>
        </p:spPr>
        <p:txBody>
          <a:bodyPr wrap="square">
            <a:spAutoFit/>
          </a:bodyPr>
          <a:lstStyle/>
          <a:p>
            <a:pPr algn="l"/>
            <a:r>
              <a:rPr b="0" sz="700">
                <a:solidFill>
                  <a:srgbClr val="525D6A"/>
                </a:solidFill>
                <a:latin typeface="Archivo"/>
              </a:rPr>
              <a:t>Workday Confidential</a:t>
            </a:r>
          </a:p>
        </p:txBody>
      </p:sp>
      <p:sp>
        <p:nvSpPr>
          <p:cNvPr id="201965" name="TextBox 201964"/>
          <p:cNvSpPr txBox="1"/>
          <p:nvPr/>
        </p:nvSpPr>
        <p:spPr>
          <a:xfrm>
            <a:off x="8412480" y="4846320"/>
            <a:ext cx="548640" cy="274320"/>
          </a:xfrm>
          <a:prstGeom prst="rect">
            <a:avLst/>
          </a:prstGeom>
          <a:noFill/>
        </p:spPr>
        <p:txBody>
          <a:bodyPr wrap="square">
            <a:spAutoFit/>
          </a:bodyPr>
          <a:lstStyle/>
          <a:p>
            <a:pPr algn="r"/>
            <a:r>
              <a:rPr b="0" sz="700">
                <a:solidFill>
                  <a:srgbClr val="525D6A"/>
                </a:solidFill>
                <a:latin typeface="Archivo"/>
              </a:rPr>
              <a:t>32</a:t>
            </a:r>
          </a:p>
        </p:txBody>
      </p:sp>
      <p:sp>
        <p:nvSpPr>
          <p:cNvPr id="201966" name="TextBox 201965"/>
          <p:cNvSpPr txBox="1"/>
          <p:nvPr/>
        </p:nvSpPr>
        <p:spPr>
          <a:xfrm>
            <a:off x="640080" y="1097280"/>
            <a:ext cx="7863840" cy="2560320"/>
          </a:xfrm>
          <a:prstGeom prst="rect">
            <a:avLst/>
          </a:prstGeom>
          <a:noFill/>
        </p:spPr>
        <p:txBody>
          <a:bodyPr wrap="square">
            <a:spAutoFit/>
          </a:bodyPr>
          <a:lstStyle/>
          <a:p>
            <a:pPr lvl="1" marL="228600" indent="-182880">
              <a:spcAft>
                <a:spcPts val="600"/>
              </a:spcAft>
              <a:buFont typeface="Archivo"/>
              <a:buChar char="•"/>
            </a:pPr>
            <a:r>
              <a:rPr sz="1400">
                <a:solidFill>
                  <a:srgbClr val="0F2E66"/>
                </a:solidFill>
                <a:latin typeface="Archivo"/>
              </a:rPr>
              <a:t>Key verbatim theme slides need scrubbed internal quotes with component tags; none were cleared for this deck build.</a:t>
            </a:r>
          </a:p>
          <a:p>
            <a:pPr lvl="1" marL="228600" indent="-182880">
              <a:spcAft>
                <a:spcPts val="600"/>
              </a:spcAft>
              <a:buFont typeface="Archivo"/>
              <a:buChar char="•"/>
            </a:pPr>
            <a:r>
              <a:rPr sz="1400">
                <a:solidFill>
                  <a:srgbClr val="0F2E66"/>
                </a:solidFill>
                <a:latin typeface="Archivo"/>
              </a:rPr>
              <a:t>Customer quotes on slides P1–P5 and SME slides carry the qualitative weight instead.</a:t>
            </a:r>
          </a:p>
          <a:p>
            <a:pPr lvl="1" marL="228600" indent="-182880">
              <a:spcAft>
                <a:spcPts val="600"/>
              </a:spcAft>
              <a:buFont typeface="Archivo"/>
              <a:buChar char="•"/>
            </a:pPr>
            <a:r>
              <a:rPr sz="1400">
                <a:solidFill>
                  <a:srgbClr val="0F2E66"/>
                </a:solidFill>
                <a:latin typeface="Archivo"/>
              </a:rPr>
              <a:t>Add ideation quotes only after privacy review.</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Ideation Hub - Triangulation Instead</a:t>
            </a:r>
          </a:p>
        </p:txBody>
      </p:sp>
      <p:sp>
        <p:nvSpPr>
          <p:cNvPr id="3" name="TextBox 2"/>
          <p:cNvSpPr txBox="1"/>
          <p:nvPr/>
        </p:nvSpPr>
        <p:spPr>
          <a:xfrm>
            <a:off x="0" y="4846320"/>
            <a:ext cx="3108960" cy="274320"/>
          </a:xfrm>
          <a:prstGeom prst="rect">
            <a:avLst/>
          </a:prstGeom>
          <a:noFill/>
        </p:spPr>
        <p:txBody>
          <a:bodyPr wrap="square">
            <a:spAutoFit/>
          </a:bodyPr>
          <a:lstStyle/>
          <a:p>
            <a:pPr algn="l"/>
            <a:r>
              <a:rPr b="0" sz="700">
                <a:solidFill>
                  <a:srgbClr val="525D6A"/>
                </a:solidFill>
                <a:latin typeface="Archivo"/>
              </a:rPr>
              <a:t>Workday Confidential</a:t>
            </a:r>
          </a:p>
        </p:txBody>
      </p:sp>
      <p:sp>
        <p:nvSpPr>
          <p:cNvPr id="4" name="TextBox 3"/>
          <p:cNvSpPr txBox="1"/>
          <p:nvPr/>
        </p:nvSpPr>
        <p:spPr>
          <a:xfrm>
            <a:off x="8412480" y="4846320"/>
            <a:ext cx="548640" cy="274320"/>
          </a:xfrm>
          <a:prstGeom prst="rect">
            <a:avLst/>
          </a:prstGeom>
          <a:noFill/>
        </p:spPr>
        <p:txBody>
          <a:bodyPr wrap="square">
            <a:spAutoFit/>
          </a:bodyPr>
          <a:lstStyle/>
          <a:p>
            <a:pPr algn="r"/>
            <a:r>
              <a:rPr b="0" sz="700">
                <a:solidFill>
                  <a:srgbClr val="525D6A"/>
                </a:solidFill>
                <a:latin typeface="Archivo"/>
              </a:rPr>
              <a:t>33</a:t>
            </a:r>
          </a:p>
        </p:txBody>
      </p:sp>
      <p:sp>
        <p:nvSpPr>
          <p:cNvPr id="5" name="TextBox 4"/>
          <p:cNvSpPr txBox="1"/>
          <p:nvPr/>
        </p:nvSpPr>
        <p:spPr>
          <a:xfrm>
            <a:off x="640080" y="1097280"/>
            <a:ext cx="7863840" cy="2560320"/>
          </a:xfrm>
          <a:prstGeom prst="rect">
            <a:avLst/>
          </a:prstGeom>
          <a:noFill/>
        </p:spPr>
        <p:txBody>
          <a:bodyPr wrap="square">
            <a:spAutoFit/>
          </a:bodyPr>
          <a:lstStyle/>
          <a:p>
            <a:pPr lvl="1" marL="228600" indent="-182880">
              <a:spcAft>
                <a:spcPts val="600"/>
              </a:spcAft>
              <a:buFont typeface="Archivo"/>
              <a:buChar char="•"/>
            </a:pPr>
            <a:r>
              <a:rPr sz="1400">
                <a:solidFill>
                  <a:srgbClr val="0F2E66"/>
                </a:solidFill>
                <a:latin typeface="Archivo"/>
              </a:rPr>
              <a:t>Six-source triangulation matrix in the thematic section replaces ideation volume storytelling for this version.</a:t>
            </a:r>
          </a:p>
          <a:p>
            <a:pPr lvl="1" marL="228600" indent="-182880">
              <a:spcAft>
                <a:spcPts val="600"/>
              </a:spcAft>
              <a:buFont typeface="Archivo"/>
              <a:buChar char="•"/>
            </a:pPr>
            <a:r>
              <a:rPr sz="1400">
                <a:solidFill>
                  <a:srgbClr val="0F2E66"/>
                </a:solidFill>
                <a:latin typeface="Archivo"/>
              </a:rPr>
              <a:t>Convergence on trust chain, industrial operations, India offer or BGC, governance, channels, and throughput is strong despite missing ideation counts.</a:t>
            </a:r>
          </a:p>
          <a:p>
            <a:pPr lvl="1" marL="228600" indent="-182880">
              <a:spcAft>
                <a:spcPts val="600"/>
              </a:spcAft>
              <a:buFont typeface="Archivo"/>
              <a:buChar char="•"/>
            </a:pPr>
            <a:r>
              <a:rPr sz="1400">
                <a:solidFill>
                  <a:srgbClr val="0F2E66"/>
                </a:solidFill>
                <a:latin typeface="Archivo"/>
              </a:rPr>
              <a:t>Next refresh: pair triangulation with ideation counts when both exist.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74550" name="Google Shape;65;p17"/>
          <p:cNvPicPr preferRelativeResize="0"/>
          <p:nvPr/>
        </p:nvPicPr>
        <p:blipFill rotWithShape="1">
          <a:blip r:embed="rId2">
            <a:alphaModFix/>
          </a:blip>
          <a:srcRect b="0" l="4364" r="70596" t="0"/>
          <a:stretch/>
        </p:blipFill>
        <p:spPr>
          <a:xfrm>
            <a:off x="-1" y="-2286"/>
            <a:ext cx="2508653" cy="5148072"/>
          </a:xfrm>
          <a:prstGeom prst="rect">
            <a:avLst/>
          </a:prstGeom>
          <a:noFill/>
          <a:ln>
            <a:noFill/>
          </a:ln>
        </p:spPr>
      </p:pic>
      <p:sp>
        <p:nvSpPr>
          <p:cNvPr id="474551" name="TextBox 474550"/>
          <p:cNvSpPr txBox="1"/>
          <p:nvPr/>
        </p:nvSpPr>
        <p:spPr>
          <a:xfrm>
            <a:off x="0" y="4846320"/>
            <a:ext cx="3108960" cy="274320"/>
          </a:xfrm>
          <a:prstGeom prst="rect">
            <a:avLst/>
          </a:prstGeom>
          <a:noFill/>
        </p:spPr>
        <p:txBody>
          <a:bodyPr wrap="square">
            <a:spAutoFit/>
          </a:bodyPr>
          <a:lstStyle/>
          <a:p>
            <a:pPr algn="l"/>
            <a:r>
              <a:rPr b="0" sz="700">
                <a:solidFill>
                  <a:srgbClr val="525D6A"/>
                </a:solidFill>
                <a:latin typeface="Archivo"/>
              </a:rPr>
              <a:t>Workday Confidential</a:t>
            </a:r>
          </a:p>
        </p:txBody>
      </p:sp>
      <p:sp>
        <p:nvSpPr>
          <p:cNvPr id="474552" name="TextBox 474551"/>
          <p:cNvSpPr txBox="1"/>
          <p:nvPr/>
        </p:nvSpPr>
        <p:spPr>
          <a:xfrm>
            <a:off x="8412480" y="4846320"/>
            <a:ext cx="548640" cy="274320"/>
          </a:xfrm>
          <a:prstGeom prst="rect">
            <a:avLst/>
          </a:prstGeom>
          <a:noFill/>
        </p:spPr>
        <p:txBody>
          <a:bodyPr wrap="square">
            <a:spAutoFit/>
          </a:bodyPr>
          <a:lstStyle/>
          <a:p>
            <a:pPr algn="r"/>
            <a:r>
              <a:rPr b="0" sz="700">
                <a:solidFill>
                  <a:srgbClr val="525D6A"/>
                </a:solidFill>
                <a:latin typeface="Archivo"/>
              </a:rPr>
              <a:t>34</a:t>
            </a:r>
          </a:p>
        </p:txBody>
      </p:sp>
      <p:sp>
        <p:nvSpPr>
          <p:cNvPr id="474553" name="TextBox 474552"/>
          <p:cNvSpPr txBox="1"/>
          <p:nvPr/>
        </p:nvSpPr>
        <p:spPr>
          <a:xfrm>
            <a:off x="3017520" y="1371600"/>
            <a:ext cx="5120640" cy="2011680"/>
          </a:xfrm>
          <a:prstGeom prst="rect">
            <a:avLst/>
          </a:prstGeom>
          <a:noFill/>
        </p:spPr>
        <p:txBody>
          <a:bodyPr wrap="square">
            <a:spAutoFit/>
          </a:bodyPr>
          <a:lstStyle/>
          <a:p>
            <a:r>
              <a:rPr sz="1200">
                <a:solidFill>
                  <a:srgbClr val="0F2E66"/>
                </a:solidFill>
                <a:latin typeface="Archivo"/>
              </a:rPr>
              <a:t>S E C T I O N  0 9
Primary research</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Internal SME Interviews - Workday Experts</a:t>
            </a:r>
          </a:p>
        </p:txBody>
      </p:sp>
      <p:sp>
        <p:nvSpPr>
          <p:cNvPr id="3" name="TextBox 2"/>
          <p:cNvSpPr txBox="1"/>
          <p:nvPr/>
        </p:nvSpPr>
        <p:spPr>
          <a:xfrm>
            <a:off x="0" y="4846320"/>
            <a:ext cx="3108960" cy="274320"/>
          </a:xfrm>
          <a:prstGeom prst="rect">
            <a:avLst/>
          </a:prstGeom>
          <a:noFill/>
        </p:spPr>
        <p:txBody>
          <a:bodyPr wrap="square">
            <a:spAutoFit/>
          </a:bodyPr>
          <a:lstStyle/>
          <a:p>
            <a:pPr algn="l"/>
            <a:r>
              <a:rPr b="0" sz="700">
                <a:solidFill>
                  <a:srgbClr val="525D6A"/>
                </a:solidFill>
                <a:latin typeface="Archivo"/>
              </a:rPr>
              <a:t>Workday Confidential</a:t>
            </a:r>
          </a:p>
        </p:txBody>
      </p:sp>
      <p:sp>
        <p:nvSpPr>
          <p:cNvPr id="4" name="TextBox 3"/>
          <p:cNvSpPr txBox="1"/>
          <p:nvPr/>
        </p:nvSpPr>
        <p:spPr>
          <a:xfrm>
            <a:off x="8412480" y="4846320"/>
            <a:ext cx="548640" cy="274320"/>
          </a:xfrm>
          <a:prstGeom prst="rect">
            <a:avLst/>
          </a:prstGeom>
          <a:noFill/>
        </p:spPr>
        <p:txBody>
          <a:bodyPr wrap="square">
            <a:spAutoFit/>
          </a:bodyPr>
          <a:lstStyle/>
          <a:p>
            <a:pPr algn="r"/>
            <a:r>
              <a:rPr b="0" sz="700">
                <a:solidFill>
                  <a:srgbClr val="525D6A"/>
                </a:solidFill>
                <a:latin typeface="Archivo"/>
              </a:rPr>
              <a:t>35</a:t>
            </a:r>
          </a:p>
        </p:txBody>
      </p:sp>
      <p:sp>
        <p:nvSpPr>
          <p:cNvPr id="5" name="TextBox 4"/>
          <p:cNvSpPr txBox="1"/>
          <p:nvPr/>
        </p:nvSpPr>
        <p:spPr>
          <a:xfrm>
            <a:off x="640080" y="1097280"/>
            <a:ext cx="7863840" cy="2560320"/>
          </a:xfrm>
          <a:prstGeom prst="rect">
            <a:avLst/>
          </a:prstGeom>
          <a:noFill/>
        </p:spPr>
        <p:txBody>
          <a:bodyPr wrap="square">
            <a:spAutoFit/>
          </a:bodyPr>
          <a:lstStyle/>
          <a:p>
            <a:pPr lvl="1" marL="228600" indent="-182880">
              <a:spcAft>
                <a:spcPts val="600"/>
              </a:spcAft>
              <a:buFont typeface="Archivo"/>
              <a:buChar char="•"/>
            </a:pPr>
            <a:r>
              <a:rPr sz="1400">
                <a:solidFill>
                  <a:srgbClr val="0F2E66"/>
                </a:solidFill>
                <a:latin typeface="Archivo"/>
              </a:rPr>
              <a:t>Five Workday SMEs: product leadership, field readiness, global services, India enterprise architecture, and Accenture strategic customer engagement.</a:t>
            </a:r>
          </a:p>
          <a:p>
            <a:pPr lvl="1" marL="228600" indent="-182880">
              <a:spcAft>
                <a:spcPts val="600"/>
              </a:spcAft>
              <a:buFont typeface="Archivo"/>
              <a:buChar char="•"/>
            </a:pPr>
            <a:r>
              <a:rPr sz="1400">
                <a:solidFill>
                  <a:srgbClr val="0F2E66"/>
                </a:solidFill>
                <a:latin typeface="Archivo"/>
              </a:rPr>
              <a:t>Multi-customer visibility spans Lowe’s high-volume India paths, Genpact talent supply chain, Accenture-scale fraud and duplicates, and major partner programmes.</a:t>
            </a:r>
          </a:p>
          <a:p>
            <a:pPr lvl="1" marL="228600" indent="-182880">
              <a:spcAft>
                <a:spcPts val="600"/>
              </a:spcAft>
              <a:buFont typeface="Archivo"/>
              <a:buChar char="•"/>
            </a:pPr>
            <a:r>
              <a:rPr sz="1400">
                <a:solidFill>
                  <a:srgbClr val="0F2E66"/>
                </a:solidFill>
                <a:latin typeface="Archivo"/>
              </a:rPr>
              <a:t>Timing: January 2025 through November 2024 notes depending on SME; materials support triangulation before customer readout.</a:t>
            </a:r>
          </a:p>
          <a:p>
            <a:pPr lvl="1" marL="228600" indent="-182880">
              <a:spcAft>
                <a:spcPts val="600"/>
              </a:spcAft>
              <a:buFont typeface="Archivo"/>
              <a:buChar char="•"/>
            </a:pPr>
            <a:r>
              <a:rPr sz="1400">
                <a:solidFill>
                  <a:srgbClr val="0F2E66"/>
                </a:solidFill>
                <a:latin typeface="Archivo"/>
              </a:rPr>
              <a:t>Purpose: stress-test India scale, Know Your Candidate, offer or BGC flexibility, and channel behaviour hypotheses.</a:t>
            </a:r>
          </a:p>
          <a:p>
            <a:pPr lvl="1" marL="228600" indent="-182880">
              <a:spcAft>
                <a:spcPts val="600"/>
              </a:spcAft>
              <a:buFont typeface="Archivo"/>
              <a:buChar char="•"/>
            </a:pPr>
            <a:r>
              <a:rPr sz="1400">
                <a:solidFill>
                  <a:srgbClr val="0F2E66"/>
                </a:solidFill>
                <a:latin typeface="Archivo"/>
              </a:rPr>
              <a:t>Limitation: internal lens supplements but does not replace P1–P5 customer voices in the following section.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42207" name="Google Shape;120;p22"/>
          <p:cNvPicPr preferRelativeResize="0"/>
          <p:nvPr/>
        </p:nvPicPr>
        <p:blipFill rotWithShape="1">
          <a:blip r:embed="rId2">
            <a:alphaModFix/>
          </a:blip>
          <a:srcRect b="38102" l="0" r="0" t="0"/>
          <a:stretch/>
        </p:blipFill>
        <p:spPr>
          <a:xfrm>
            <a:off x="0" y="1"/>
            <a:ext cx="9144000" cy="5143500"/>
          </a:xfrm>
          <a:prstGeom prst="rect">
            <a:avLst/>
          </a:prstGeom>
          <a:noFill/>
          <a:ln>
            <a:noFill/>
          </a:ln>
        </p:spPr>
      </p:pic>
      <p:sp>
        <p:nvSpPr>
          <p:cNvPr id="2" name="Title 1"/>
          <p:cNvSpPr>
            <a:spLocks noGrp="1"/>
          </p:cNvSpPr>
          <p:nvPr>
            <p:ph type="title"/>
          </p:nvPr>
        </p:nvSpPr>
        <p:spPr/>
        <p:txBody>
          <a:bodyPr/>
          <a:lstStyle/>
          <a:p>
            <a:r>
              <a:t>Internal SME Interview Participants</a:t>
            </a:r>
          </a:p>
        </p:txBody>
      </p:sp>
      <p:sp>
        <p:nvSpPr>
          <p:cNvPr id="642208" name="TextBox 642207"/>
          <p:cNvSpPr txBox="1"/>
          <p:nvPr/>
        </p:nvSpPr>
        <p:spPr>
          <a:xfrm>
            <a:off x="0" y="4846320"/>
            <a:ext cx="3108960" cy="274320"/>
          </a:xfrm>
          <a:prstGeom prst="rect">
            <a:avLst/>
          </a:prstGeom>
          <a:noFill/>
        </p:spPr>
        <p:txBody>
          <a:bodyPr wrap="square">
            <a:spAutoFit/>
          </a:bodyPr>
          <a:lstStyle/>
          <a:p>
            <a:pPr algn="l"/>
            <a:r>
              <a:rPr b="0" sz="700">
                <a:solidFill>
                  <a:srgbClr val="525D6A"/>
                </a:solidFill>
                <a:latin typeface="Archivo"/>
              </a:rPr>
              <a:t>Workday Confidential</a:t>
            </a:r>
          </a:p>
        </p:txBody>
      </p:sp>
      <p:sp>
        <p:nvSpPr>
          <p:cNvPr id="642209" name="TextBox 642208"/>
          <p:cNvSpPr txBox="1"/>
          <p:nvPr/>
        </p:nvSpPr>
        <p:spPr>
          <a:xfrm>
            <a:off x="8412480" y="4846320"/>
            <a:ext cx="548640" cy="274320"/>
          </a:xfrm>
          <a:prstGeom prst="rect">
            <a:avLst/>
          </a:prstGeom>
          <a:noFill/>
        </p:spPr>
        <p:txBody>
          <a:bodyPr wrap="square">
            <a:spAutoFit/>
          </a:bodyPr>
          <a:lstStyle/>
          <a:p>
            <a:pPr algn="r"/>
            <a:r>
              <a:rPr b="0" sz="700">
                <a:solidFill>
                  <a:srgbClr val="525D6A"/>
                </a:solidFill>
                <a:latin typeface="Archivo"/>
              </a:rPr>
              <a:t>36</a:t>
            </a:r>
          </a:p>
        </p:txBody>
      </p:sp>
      <p:graphicFrame>
        <p:nvGraphicFramePr>
          <p:cNvPr id="642210" name="Table 642209"/>
          <p:cNvGraphicFramePr>
            <a:graphicFrameLocks noGrp="1"/>
          </p:cNvGraphicFramePr>
          <p:nvPr/>
        </p:nvGraphicFramePr>
        <p:xfrm>
          <a:off x="457200" y="1097280"/>
          <a:ext cx="8229600" cy="2743200"/>
        </p:xfrm>
        <a:graphic>
          <a:graphicData uri="http://schemas.openxmlformats.org/drawingml/2006/table">
            <a:tbl>
              <a:tblPr firstRow="1" bandRow="1">
                <a:tableStyleId>{5C22544A-7EE6-4342-B048-85BDC9FD1C3A}</a:tableStyleId>
              </a:tblPr>
              <a:tblGrid>
                <a:gridCol w="2743200"/>
                <a:gridCol w="2743200"/>
                <a:gridCol w="2743200"/>
              </a:tblGrid>
              <a:tr h="457200">
                <a:tc>
                  <a:txBody>
                    <a:bodyPr/>
                    <a:lstStyle/>
                    <a:p>
                      <a:r>
                        <a:rPr sz="1000" b="1">
                          <a:solidFill>
                            <a:srgbClr val="FFFFFF"/>
                          </a:solidFill>
                        </a:rPr>
                        <a:t>SME ID</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solidFill>
                      <a:srgbClr val="0F2E66"/>
                    </a:solidFill>
                  </a:tcPr>
                </a:tc>
                <a:tc>
                  <a:txBody>
                    <a:bodyPr/>
                    <a:lstStyle/>
                    <a:p>
                      <a:r>
                        <a:rPr sz="1000" b="1">
                          <a:solidFill>
                            <a:srgbClr val="FFFFFF"/>
                          </a:solidFill>
                        </a:rPr>
                        <a:t>Role</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solidFill>
                      <a:srgbClr val="0F2E66"/>
                    </a:solidFill>
                  </a:tcPr>
                </a:tc>
                <a:tc>
                  <a:txBody>
                    <a:bodyPr/>
                    <a:lstStyle/>
                    <a:p>
                      <a:r>
                        <a:rPr sz="1000" b="1">
                          <a:solidFill>
                            <a:srgbClr val="FFFFFF"/>
                          </a:solidFill>
                        </a:rPr>
                        <a:t>Context</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solidFill>
                      <a:srgbClr val="0F2E66"/>
                    </a:solidFill>
                  </a:tcPr>
                </a:tc>
              </a:tr>
              <a:tr h="457200">
                <a:tc>
                  <a:txBody>
                    <a:bodyPr/>
                    <a:lstStyle/>
                    <a:p>
                      <a:r>
                        <a:rPr sz="1000"/>
                        <a:t>SME1</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1000"/>
                        <a:t>VP, Talent Product Management</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1000"/>
                        <a:t>India FY27; KYC and resume fraud at enterprise scale</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r>
              <a:tr h="457200">
                <a:tc>
                  <a:txBody>
                    <a:bodyPr/>
                    <a:lstStyle/>
                    <a:p>
                      <a:r>
                        <a:rPr sz="1000"/>
                        <a:t>SME2</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1000"/>
                        <a:t>Sr. Product Advisor, Field Readiness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1000"/>
                        <a:t>Enterprise programmes; India offer and BGC complexity</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r>
              <a:tr h="457200">
                <a:tc>
                  <a:txBody>
                    <a:bodyPr/>
                    <a:lstStyle/>
                    <a:p>
                      <a:r>
                        <a:rPr sz="1000"/>
                        <a:t>SME3</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1000"/>
                        <a:t>Sr. Functional Consultant, Global Services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1000"/>
                        <a:t>BGC variability; WhatsApp; document and consent patterns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r>
              <a:tr h="457200">
                <a:tc>
                  <a:txBody>
                    <a:bodyPr/>
                    <a:lstStyle/>
                    <a:p>
                      <a:r>
                        <a:rPr sz="1000"/>
                        <a:t>SME4</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1000"/>
                        <a:t>Enterprise Architect, India Services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1000"/>
                        <a:t>Genpact-scale hiring; impersonation; career site PII risk</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r>
              <a:tr h="457200">
                <a:tc>
                  <a:txBody>
                    <a:bodyPr/>
                    <a:lstStyle/>
                    <a:p>
                      <a:r>
                        <a:rPr sz="1000"/>
                        <a:t>SME5</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1000"/>
                        <a:t>Director, Strategic Customer Engagement</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1000"/>
                        <a:t>Accenture-scale duplicates; DNH; interview-stage ID checks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SME1 - VP Talent Product Management</a:t>
            </a:r>
          </a:p>
        </p:txBody>
      </p:sp>
      <p:sp>
        <p:nvSpPr>
          <p:cNvPr id="3" name="TextBox 2"/>
          <p:cNvSpPr txBox="1"/>
          <p:nvPr/>
        </p:nvSpPr>
        <p:spPr>
          <a:xfrm>
            <a:off x="0" y="4846320"/>
            <a:ext cx="3108960" cy="274320"/>
          </a:xfrm>
          <a:prstGeom prst="rect">
            <a:avLst/>
          </a:prstGeom>
          <a:noFill/>
        </p:spPr>
        <p:txBody>
          <a:bodyPr wrap="square">
            <a:spAutoFit/>
          </a:bodyPr>
          <a:lstStyle/>
          <a:p>
            <a:pPr algn="l"/>
            <a:r>
              <a:rPr b="0" sz="700">
                <a:solidFill>
                  <a:srgbClr val="525D6A"/>
                </a:solidFill>
                <a:latin typeface="Archivo"/>
              </a:rPr>
              <a:t>Workday Confidential</a:t>
            </a:r>
          </a:p>
        </p:txBody>
      </p:sp>
      <p:sp>
        <p:nvSpPr>
          <p:cNvPr id="4" name="TextBox 3"/>
          <p:cNvSpPr txBox="1"/>
          <p:nvPr/>
        </p:nvSpPr>
        <p:spPr>
          <a:xfrm>
            <a:off x="8412480" y="4846320"/>
            <a:ext cx="548640" cy="274320"/>
          </a:xfrm>
          <a:prstGeom prst="rect">
            <a:avLst/>
          </a:prstGeom>
          <a:noFill/>
        </p:spPr>
        <p:txBody>
          <a:bodyPr wrap="square">
            <a:spAutoFit/>
          </a:bodyPr>
          <a:lstStyle/>
          <a:p>
            <a:pPr algn="r"/>
            <a:r>
              <a:rPr b="0" sz="700">
                <a:solidFill>
                  <a:srgbClr val="525D6A"/>
                </a:solidFill>
                <a:latin typeface="Archivo"/>
              </a:rPr>
              <a:t>37</a:t>
            </a:r>
          </a:p>
        </p:txBody>
      </p:sp>
      <p:sp>
        <p:nvSpPr>
          <p:cNvPr id="5" name="TextBox 4"/>
          <p:cNvSpPr txBox="1"/>
          <p:nvPr/>
        </p:nvSpPr>
        <p:spPr>
          <a:xfrm>
            <a:off x="640080" y="1097280"/>
            <a:ext cx="7863840" cy="3063240"/>
          </a:xfrm>
          <a:prstGeom prst="rect">
            <a:avLst/>
          </a:prstGeom>
          <a:noFill/>
        </p:spPr>
        <p:txBody>
          <a:bodyPr wrap="square">
            <a:spAutoFit/>
          </a:bodyPr>
          <a:lstStyle/>
          <a:p>
            <a:pPr/>
            <a:r>
              <a:rPr b="1" sz="1200">
                <a:solidFill>
                  <a:srgbClr val="0F2E66"/>
                </a:solidFill>
                <a:latin typeface="Archivo"/>
              </a:rPr>
              <a:t>KYC and fraud at scale</a:t>
            </a:r>
          </a:p>
          <a:p>
            <a:pPr lvl="1" marL="228600" indent="-182880">
              <a:spcAft>
                <a:spcPts val="600"/>
              </a:spcAft>
              <a:buFont typeface="Archivo"/>
              <a:buChar char="•"/>
            </a:pPr>
            <a:r>
              <a:rPr sz="1200">
                <a:solidFill>
                  <a:srgbClr val="0F2E66"/>
                </a:solidFill>
                <a:latin typeface="Archivo"/>
              </a:rPr>
              <a:t>Internal notes frame India resume fraud like banking KYC, citing order-of-magnitude one hundred thousand resumes monthly with Accenture named as a heavy enterprise segment for scale and pattern-detection urgency.</a:t>
            </a:r>
          </a:p>
          <a:p>
            <a:pPr lvl="1" marL="228600" indent="-182880">
              <a:spcAft>
                <a:spcPts val="600"/>
              </a:spcAft>
              <a:buFont typeface="Archivo"/>
              <a:buChar char="•"/>
            </a:pPr>
            <a:r>
              <a:rPr sz="1200">
                <a:solidFill>
                  <a:srgbClr val="0F2E66"/>
                </a:solidFill>
                <a:latin typeface="Archivo"/>
              </a:rPr>
              <a:t>Interview-stage identity checks align with impersonation narratives where the attendee is not the applicant, raising BGC and offer risk if trust chain stays document-light only.</a:t>
            </a:r>
          </a:p>
          <a:p>
            <a:pPr lvl="1" marL="228600" indent="-182880">
              <a:spcAft>
                <a:spcPts val="600"/>
              </a:spcAft>
              <a:buFont typeface="Archivo"/>
              <a:buChar char="•"/>
            </a:pPr>
            <a:r>
              <a:rPr sz="1200">
                <a:solidFill>
                  <a:srgbClr val="0F2E66"/>
                </a:solidFill>
                <a:latin typeface="Archivo"/>
              </a:rPr>
              <a:t>BrightHire partnership discussed to anchor interview evidence on skills consistency where resumes inflate or misrepresent capability in high-stakes leadership funnels.</a:t>
            </a:r>
          </a:p>
          <a:p>
            <a:pPr/>
            <a:r>
              <a:rPr b="1" sz="1200">
                <a:solidFill>
                  <a:srgbClr val="0F2E66"/>
                </a:solidFill>
                <a:latin typeface="Archivo"/>
              </a:rPr>
              <a:t>Roadmap and hypotheses</a:t>
            </a:r>
          </a:p>
          <a:p>
            <a:pPr lvl="1" marL="228600" indent="-182880">
              <a:spcAft>
                <a:spcPts val="600"/>
              </a:spcAft>
              <a:buFont typeface="Archivo"/>
              <a:buChar char="•"/>
            </a:pPr>
            <a:r>
              <a:rPr sz="1200">
                <a:solidFill>
                  <a:srgbClr val="0F2E66"/>
                </a:solidFill>
                <a:latin typeface="Archivo"/>
              </a:rPr>
              <a:t>Product leadership flagged India gaps and local address rollout for FY27 planning tied to revenue opportunity and compliance-adjacent identity narratives across global accounts.</a:t>
            </a:r>
          </a:p>
          <a:p>
            <a:pPr lvl="1" marL="228600" indent="-182880">
              <a:spcAft>
                <a:spcPts val="600"/>
              </a:spcAft>
              <a:buFont typeface="Archivo"/>
              <a:buChar char="•"/>
            </a:pPr>
            <a:r>
              <a:rPr sz="1200">
                <a:solidFill>
                  <a:srgbClr val="0F2E66"/>
                </a:solidFill>
                <a:latin typeface="Archivo"/>
              </a:rPr>
              <a:t>AI-assisted fraud triage with human review hypothesised to recover recruiter capacity when manual screening cannot pace vendor-inflated application volumes on India programmes.</a:t>
            </a:r>
          </a:p>
          <a:p>
            <a:pPr/>
            <a:r>
              <a:rPr b="1" sz="1200">
                <a:solidFill>
                  <a:srgbClr val="0F2E66"/>
                </a:solidFill>
                <a:latin typeface="Archivo"/>
              </a:rPr>
              <a:t>Customer triangulation</a:t>
            </a:r>
          </a:p>
          <a:p>
            <a:pPr lvl="1" marL="228600" indent="-182880">
              <a:spcAft>
                <a:spcPts val="600"/>
              </a:spcAft>
              <a:buFont typeface="Archivo"/>
              <a:buChar char="•"/>
            </a:pPr>
            <a:r>
              <a:rPr sz="1200">
                <a:solidFill>
                  <a:srgbClr val="0F2E66"/>
                </a:solidFill>
                <a:latin typeface="Archivo"/>
              </a:rPr>
              <a:t>P4 duplicate and vendor-upload toil plus P5 Aadhaar dedupe ask converge with SME scale claims; P3 adds offer-stage ID friction echoing pre-interview assurance themes from other experts.</a:t>
            </a:r>
          </a:p>
          <a:p>
            <a:pPr lvl="1" marL="228600" indent="-182880">
              <a:spcAft>
                <a:spcPts val="600"/>
              </a:spcAft>
              <a:buFont typeface="Archivo"/>
              <a:buChar char="•"/>
            </a:pPr>
            <a:r>
              <a:rPr sz="1200">
                <a:solidFill>
                  <a:srgbClr val="0F2E66"/>
                </a:solidFill>
                <a:latin typeface="Archivo"/>
              </a:rPr>
              <a:t>Native UIDAI eKYC must not be claimed in demos without 060 and Deployment Agent alignment; partner document and verification paths remain the battle-card-safe posture per March 2026 matrix notes.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69263" name="Google Shape;120;p22"/>
          <p:cNvPicPr preferRelativeResize="0"/>
          <p:nvPr/>
        </p:nvPicPr>
        <p:blipFill rotWithShape="1">
          <a:blip r:embed="rId2">
            <a:alphaModFix/>
          </a:blip>
          <a:srcRect b="38102" l="0" r="0" t="0"/>
          <a:stretch/>
        </p:blipFill>
        <p:spPr>
          <a:xfrm>
            <a:off x="0" y="1"/>
            <a:ext cx="9144000" cy="5143500"/>
          </a:xfrm>
          <a:prstGeom prst="rect">
            <a:avLst/>
          </a:prstGeom>
          <a:noFill/>
          <a:ln>
            <a:noFill/>
          </a:ln>
        </p:spPr>
      </p:pic>
      <p:sp>
        <p:nvSpPr>
          <p:cNvPr id="2" name="Title 1"/>
          <p:cNvSpPr>
            <a:spLocks noGrp="1"/>
          </p:cNvSpPr>
          <p:nvPr>
            <p:ph type="title"/>
          </p:nvPr>
        </p:nvSpPr>
        <p:spPr/>
        <p:txBody>
          <a:bodyPr/>
          <a:lstStyle/>
          <a:p>
            <a:r>
              <a:t>SME2 - Sr. Product Advisor, Field Readiness</a:t>
            </a:r>
          </a:p>
        </p:txBody>
      </p:sp>
      <p:sp>
        <p:nvSpPr>
          <p:cNvPr id="469264" name="TextBox 469263"/>
          <p:cNvSpPr txBox="1"/>
          <p:nvPr/>
        </p:nvSpPr>
        <p:spPr>
          <a:xfrm>
            <a:off x="0" y="4846320"/>
            <a:ext cx="3108960" cy="274320"/>
          </a:xfrm>
          <a:prstGeom prst="rect">
            <a:avLst/>
          </a:prstGeom>
          <a:noFill/>
        </p:spPr>
        <p:txBody>
          <a:bodyPr wrap="square">
            <a:spAutoFit/>
          </a:bodyPr>
          <a:lstStyle/>
          <a:p>
            <a:pPr algn="l"/>
            <a:r>
              <a:rPr b="0" sz="700">
                <a:solidFill>
                  <a:srgbClr val="525D6A"/>
                </a:solidFill>
                <a:latin typeface="Archivo"/>
              </a:rPr>
              <a:t>Workday Confidential</a:t>
            </a:r>
          </a:p>
        </p:txBody>
      </p:sp>
      <p:sp>
        <p:nvSpPr>
          <p:cNvPr id="469265" name="TextBox 469264"/>
          <p:cNvSpPr txBox="1"/>
          <p:nvPr/>
        </p:nvSpPr>
        <p:spPr>
          <a:xfrm>
            <a:off x="8412480" y="4846320"/>
            <a:ext cx="548640" cy="274320"/>
          </a:xfrm>
          <a:prstGeom prst="rect">
            <a:avLst/>
          </a:prstGeom>
          <a:noFill/>
        </p:spPr>
        <p:txBody>
          <a:bodyPr wrap="square">
            <a:spAutoFit/>
          </a:bodyPr>
          <a:lstStyle/>
          <a:p>
            <a:pPr algn="r"/>
            <a:r>
              <a:rPr b="0" sz="700">
                <a:solidFill>
                  <a:srgbClr val="525D6A"/>
                </a:solidFill>
                <a:latin typeface="Archivo"/>
              </a:rPr>
              <a:t>38</a:t>
            </a:r>
          </a:p>
        </p:txBody>
      </p:sp>
      <p:sp>
        <p:nvSpPr>
          <p:cNvPr id="469266" name="TextBox 469265"/>
          <p:cNvSpPr txBox="1"/>
          <p:nvPr/>
        </p:nvSpPr>
        <p:spPr>
          <a:xfrm>
            <a:off x="640080" y="1097280"/>
            <a:ext cx="7863840" cy="3063240"/>
          </a:xfrm>
          <a:prstGeom prst="rect">
            <a:avLst/>
          </a:prstGeom>
          <a:noFill/>
        </p:spPr>
        <p:txBody>
          <a:bodyPr wrap="square">
            <a:spAutoFit/>
          </a:bodyPr>
          <a:lstStyle/>
          <a:p>
            <a:pPr/>
            <a:r>
              <a:rPr b="1" sz="1200">
                <a:solidFill>
                  <a:srgbClr val="0F2E66"/>
                </a:solidFill>
                <a:latin typeface="Archivo"/>
              </a:rPr>
              <a:t>India offer and compensation</a:t>
            </a:r>
          </a:p>
          <a:p>
            <a:pPr lvl="1" marL="228600" indent="-182880">
              <a:spcAft>
                <a:spcPts val="600"/>
              </a:spcAft>
              <a:buFont typeface="Archivo"/>
              <a:buChar char="•"/>
            </a:pPr>
            <a:r>
              <a:rPr sz="1200">
                <a:solidFill>
                  <a:srgbClr val="0F2E66"/>
                </a:solidFill>
                <a:latin typeface="Archivo"/>
              </a:rPr>
              <a:t>Compensation disclosure is complex on every India-scoped project: tables, calculations, and often two candidate-facing documents where US templates assume a single packet and final numbers.</a:t>
            </a:r>
          </a:p>
          <a:p>
            <a:pPr lvl="1" marL="228600" indent="-182880">
              <a:spcAft>
                <a:spcPts val="600"/>
              </a:spcAft>
              <a:buFont typeface="Archivo"/>
              <a:buChar char="•"/>
            </a:pPr>
            <a:r>
              <a:rPr sz="1200">
                <a:solidFill>
                  <a:srgbClr val="0F2E66"/>
                </a:solidFill>
                <a:latin typeface="Archivo"/>
              </a:rPr>
              <a:t>Start-date and compensation changes after milestones appear routinely versus US defaults that treat offer as immutable, driving regenerate, batch amend, and legal-review workarounds at scale.</a:t>
            </a:r>
          </a:p>
          <a:p>
            <a:pPr/>
            <a:r>
              <a:rPr b="1" sz="1200">
                <a:solidFill>
                  <a:srgbClr val="0F2E66"/>
                </a:solidFill>
                <a:latin typeface="Archivo"/>
              </a:rPr>
              <a:t>BGC and documents</a:t>
            </a:r>
          </a:p>
          <a:p>
            <a:pPr lvl="1" marL="228600" indent="-182880">
              <a:spcAft>
                <a:spcPts val="600"/>
              </a:spcAft>
              <a:buFont typeface="Archivo"/>
              <a:buChar char="•"/>
            </a:pPr>
            <a:r>
              <a:rPr sz="1200">
                <a:solidFill>
                  <a:srgbClr val="0F2E66"/>
                </a:solidFill>
                <a:latin typeface="Archivo"/>
              </a:rPr>
              <a:t>India populations may progress before all BGC results return; operators need reinitiate UX, async vendor outcomes, and loop-back stages without breaking audit expectations on hire milestones.</a:t>
            </a:r>
          </a:p>
          <a:p>
            <a:pPr lvl="1" marL="228600" indent="-182880">
              <a:spcAft>
                <a:spcPts val="600"/>
              </a:spcAft>
              <a:buFont typeface="Archivo"/>
              <a:buChar char="•"/>
            </a:pPr>
            <a:r>
              <a:rPr sz="1200">
                <a:solidFill>
                  <a:srgbClr val="0F2E66"/>
                </a:solidFill>
                <a:latin typeface="Archivo"/>
              </a:rPr>
              <a:t>Review-document sprawl across offer and BGC business processes hurts candidate experience and recruiter throughput when rigid templates cannot absorb India document volume.</a:t>
            </a:r>
          </a:p>
          <a:p>
            <a:pPr/>
            <a:r>
              <a:rPr b="1" sz="1200">
                <a:solidFill>
                  <a:srgbClr val="0F2E66"/>
                </a:solidFill>
                <a:latin typeface="Archivo"/>
              </a:rPr>
              <a:t>Hypotheses and triangulation</a:t>
            </a:r>
          </a:p>
          <a:p>
            <a:pPr lvl="1" marL="228600" indent="-182880">
              <a:spcAft>
                <a:spcPts val="600"/>
              </a:spcAft>
              <a:buFont typeface="Archivo"/>
              <a:buChar char="•"/>
            </a:pPr>
            <a:r>
              <a:rPr sz="1200">
                <a:solidFill>
                  <a:srgbClr val="0F2E66"/>
                </a:solidFill>
                <a:latin typeface="Archivo"/>
              </a:rPr>
              <a:t>Configurable offer versioning and richer pre-vendor BGC payload hypothesised to cut Extend snowflakes while preserving legal review gates customers already run offline today.</a:t>
            </a:r>
          </a:p>
          <a:p>
            <a:pPr lvl="1" marL="228600" indent="-182880">
              <a:spcAft>
                <a:spcPts val="600"/>
              </a:spcAft>
              <a:buFont typeface="Archivo"/>
              <a:buChar char="•"/>
            </a:pPr>
            <a:r>
              <a:rPr sz="1200">
                <a:solidFill>
                  <a:srgbClr val="0F2E66"/>
                </a:solidFill>
                <a:latin typeface="Archivo"/>
              </a:rPr>
              <a:t>P3 sixteen to seventeen percent pre-accept drop and P4 hundreds of post-accept compensation cases align with SME insistence that India offer or EA lifecycle cannot stay US-cloned rigidity.</a:t>
            </a:r>
          </a:p>
          <a:p>
            <a:pPr lvl="1" marL="228600" indent="-182880">
              <a:spcAft>
                <a:spcPts val="600"/>
              </a:spcAft>
              <a:buFont typeface="Archivo"/>
              <a:buChar char="•"/>
            </a:pPr>
            <a:r>
              <a:rPr sz="1200">
                <a:solidFill>
                  <a:srgbClr val="0F2E66"/>
                </a:solidFill>
                <a:latin typeface="Archivo"/>
              </a:rPr>
              <a:t>Retail and BPO references in field notes show two-document offer patterns and post-hire change waves as norm for India-scoped projects, not rare exceptions requiring custom Studio only.</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SME3 - Sr. Functional Consultant, Global Services</a:t>
            </a:r>
          </a:p>
        </p:txBody>
      </p:sp>
      <p:sp>
        <p:nvSpPr>
          <p:cNvPr id="3" name="TextBox 2"/>
          <p:cNvSpPr txBox="1"/>
          <p:nvPr/>
        </p:nvSpPr>
        <p:spPr>
          <a:xfrm>
            <a:off x="0" y="4846320"/>
            <a:ext cx="3108960" cy="274320"/>
          </a:xfrm>
          <a:prstGeom prst="rect">
            <a:avLst/>
          </a:prstGeom>
          <a:noFill/>
        </p:spPr>
        <p:txBody>
          <a:bodyPr wrap="square">
            <a:spAutoFit/>
          </a:bodyPr>
          <a:lstStyle/>
          <a:p>
            <a:pPr algn="l"/>
            <a:r>
              <a:rPr b="0" sz="700">
                <a:solidFill>
                  <a:srgbClr val="525D6A"/>
                </a:solidFill>
                <a:latin typeface="Archivo"/>
              </a:rPr>
              <a:t>Workday Confidential</a:t>
            </a:r>
          </a:p>
        </p:txBody>
      </p:sp>
      <p:sp>
        <p:nvSpPr>
          <p:cNvPr id="4" name="TextBox 3"/>
          <p:cNvSpPr txBox="1"/>
          <p:nvPr/>
        </p:nvSpPr>
        <p:spPr>
          <a:xfrm>
            <a:off x="8412480" y="4846320"/>
            <a:ext cx="548640" cy="274320"/>
          </a:xfrm>
          <a:prstGeom prst="rect">
            <a:avLst/>
          </a:prstGeom>
          <a:noFill/>
        </p:spPr>
        <p:txBody>
          <a:bodyPr wrap="square">
            <a:spAutoFit/>
          </a:bodyPr>
          <a:lstStyle/>
          <a:p>
            <a:pPr algn="r"/>
            <a:r>
              <a:rPr b="0" sz="700">
                <a:solidFill>
                  <a:srgbClr val="525D6A"/>
                </a:solidFill>
                <a:latin typeface="Archivo"/>
              </a:rPr>
              <a:t>39</a:t>
            </a:r>
          </a:p>
        </p:txBody>
      </p:sp>
      <p:sp>
        <p:nvSpPr>
          <p:cNvPr id="5" name="TextBox 4"/>
          <p:cNvSpPr txBox="1"/>
          <p:nvPr/>
        </p:nvSpPr>
        <p:spPr>
          <a:xfrm>
            <a:off x="640080" y="1097280"/>
            <a:ext cx="7863840" cy="3063240"/>
          </a:xfrm>
          <a:prstGeom prst="rect">
            <a:avLst/>
          </a:prstGeom>
          <a:noFill/>
        </p:spPr>
        <p:txBody>
          <a:bodyPr wrap="square">
            <a:spAutoFit/>
          </a:bodyPr>
          <a:lstStyle/>
          <a:p>
            <a:pPr/>
            <a:r>
              <a:rPr b="1" sz="1200">
                <a:solidFill>
                  <a:srgbClr val="0F2E66"/>
                </a:solidFill>
                <a:latin typeface="Archivo"/>
              </a:rPr>
              <a:t>Documents and interview gates</a:t>
            </a:r>
          </a:p>
          <a:p>
            <a:pPr lvl="1" marL="228600" indent="-182880">
              <a:spcAft>
                <a:spcPts val="600"/>
              </a:spcAft>
              <a:buFont typeface="Archivo"/>
              <a:buChar char="•"/>
            </a:pPr>
            <a:r>
              <a:rPr sz="1200">
                <a:solidFill>
                  <a:srgbClr val="0F2E66"/>
                </a:solidFill>
                <a:latin typeface="Archivo"/>
              </a:rPr>
              <a:t>Candidate attachment hub requested for non-standard documents beyond rigid templates so India programmes can collect vendor-specific packets without awkward offer or BGC step proliferation.</a:t>
            </a:r>
          </a:p>
          <a:p>
            <a:pPr lvl="1" marL="228600" indent="-182880">
              <a:spcAft>
                <a:spcPts val="600"/>
              </a:spcAft>
              <a:buFont typeface="Archivo"/>
              <a:buChar char="•"/>
            </a:pPr>
            <a:r>
              <a:rPr sz="1200">
                <a:solidFill>
                  <a:srgbClr val="0F2E66"/>
                </a:solidFill>
                <a:latin typeface="Archivo"/>
              </a:rPr>
              <a:t>ID proof before interview matters for fraud on a major partner programme roughly seven lakh people cited, aligning field services view with SME4 impersonation and SME5 interview-check themes.</a:t>
            </a:r>
          </a:p>
          <a:p>
            <a:pPr/>
            <a:r>
              <a:rPr b="1" sz="1200">
                <a:solidFill>
                  <a:srgbClr val="0F2E66"/>
                </a:solidFill>
                <a:latin typeface="Archivo"/>
              </a:rPr>
              <a:t>Channels and consent</a:t>
            </a:r>
          </a:p>
          <a:p>
            <a:pPr lvl="1" marL="228600" indent="-182880">
              <a:spcAft>
                <a:spcPts val="600"/>
              </a:spcAft>
              <a:buFont typeface="Archivo"/>
              <a:buChar char="•"/>
            </a:pPr>
            <a:r>
              <a:rPr sz="1200">
                <a:solidFill>
                  <a:srgbClr val="0F2E66"/>
                </a:solidFill>
                <a:latin typeface="Archivo"/>
              </a:rPr>
              <a:t>WhatsApp preferred over SMS for back-and-forth and link sharing given India smartphone and WhatsApp penetration; competitive scans flag native core UI as True Gap versus partner paths.</a:t>
            </a:r>
          </a:p>
          <a:p>
            <a:pPr lvl="1" marL="228600" indent="-182880">
              <a:spcAft>
                <a:spcPts val="600"/>
              </a:spcAft>
              <a:buFont typeface="Archivo"/>
              <a:buChar char="•"/>
            </a:pPr>
            <a:r>
              <a:rPr sz="1200">
                <a:solidFill>
                  <a:srgbClr val="0F2E66"/>
                </a:solidFill>
                <a:latin typeface="Archivo"/>
              </a:rPr>
              <a:t>EU-style marketing opt-in starves reach at India volumes; customers ask whether tenant-configurable opt-out models are viable where 060 confirms DPDP-aligned legality and notice quality.</a:t>
            </a:r>
          </a:p>
          <a:p>
            <a:pPr/>
            <a:r>
              <a:rPr b="1" sz="1200">
                <a:solidFill>
                  <a:srgbClr val="0F2E66"/>
                </a:solidFill>
                <a:latin typeface="Archivo"/>
              </a:rPr>
              <a:t>Hypotheses and triangulation</a:t>
            </a:r>
          </a:p>
          <a:p>
            <a:pPr lvl="1" marL="228600" indent="-182880">
              <a:spcAft>
                <a:spcPts val="600"/>
              </a:spcAft>
              <a:buFont typeface="Archivo"/>
              <a:buChar char="•"/>
            </a:pPr>
            <a:r>
              <a:rPr sz="1200">
                <a:solidFill>
                  <a:srgbClr val="0F2E66"/>
                </a:solidFill>
                <a:latin typeface="Archivo"/>
              </a:rPr>
              <a:t>Reference architecture for CPaaS plus Studio SMS and Paradox WhatsApp hypothesised to close demo friction if consent, logging, and opt-out are first-class admin and audit artefacts.</a:t>
            </a:r>
          </a:p>
          <a:p>
            <a:pPr lvl="1" marL="228600" indent="-182880">
              <a:spcAft>
                <a:spcPts val="600"/>
              </a:spcAft>
              <a:buFont typeface="Archivo"/>
              <a:buChar char="•"/>
            </a:pPr>
            <a:r>
              <a:rPr sz="1200">
                <a:solidFill>
                  <a:srgbClr val="0F2E66"/>
                </a:solidFill>
                <a:latin typeface="Archivo"/>
              </a:rPr>
              <a:t>P3 OTP and messaging pain plus P5 operational comms context support channel urgency; still diverge on native versus partner truth that matrix and DA threads must govern in sales claims.</a:t>
            </a:r>
          </a:p>
          <a:p>
            <a:pPr lvl="1" marL="228600" indent="-182880">
              <a:spcAft>
                <a:spcPts val="600"/>
              </a:spcAft>
              <a:buFont typeface="Archivo"/>
              <a:buChar char="•"/>
            </a:pPr>
            <a:r>
              <a:rPr sz="1200">
                <a:solidFill>
                  <a:srgbClr val="0F2E66"/>
                </a:solidFill>
                <a:latin typeface="Archivo"/>
              </a:rPr>
              <a:t>Services-scale partner programmes cited in notes validate why attachment hubs and stage flexibility beat one-size document wizards when agencies and direct apply both flood the same reqs.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912291" name="Google Shape;120;p22"/>
          <p:cNvPicPr preferRelativeResize="0"/>
          <p:nvPr/>
        </p:nvPicPr>
        <p:blipFill rotWithShape="1">
          <a:blip r:embed="rId2">
            <a:alphaModFix/>
          </a:blip>
          <a:srcRect b="38102" l="0" r="0" t="0"/>
          <a:stretch/>
        </p:blipFill>
        <p:spPr>
          <a:xfrm>
            <a:off x="0" y="1"/>
            <a:ext cx="9144000" cy="5143500"/>
          </a:xfrm>
          <a:prstGeom prst="rect">
            <a:avLst/>
          </a:prstGeom>
          <a:noFill/>
          <a:ln>
            <a:noFill/>
          </a:ln>
        </p:spPr>
      </p:pic>
      <p:sp>
        <p:nvSpPr>
          <p:cNvPr id="2" name="Title 1"/>
          <p:cNvSpPr>
            <a:spLocks noGrp="1"/>
          </p:cNvSpPr>
          <p:nvPr>
            <p:ph type="title"/>
          </p:nvPr>
        </p:nvSpPr>
        <p:spPr/>
        <p:txBody>
          <a:bodyPr/>
          <a:lstStyle/>
          <a:p>
            <a:r>
              <a:t>SME4 - Enterprise Architect, India Services</a:t>
            </a:r>
          </a:p>
        </p:txBody>
      </p:sp>
      <p:sp>
        <p:nvSpPr>
          <p:cNvPr id="912292" name="TextBox 912291"/>
          <p:cNvSpPr txBox="1"/>
          <p:nvPr/>
        </p:nvSpPr>
        <p:spPr>
          <a:xfrm>
            <a:off x="0" y="4846320"/>
            <a:ext cx="3108960" cy="274320"/>
          </a:xfrm>
          <a:prstGeom prst="rect">
            <a:avLst/>
          </a:prstGeom>
          <a:noFill/>
        </p:spPr>
        <p:txBody>
          <a:bodyPr wrap="square">
            <a:spAutoFit/>
          </a:bodyPr>
          <a:lstStyle/>
          <a:p>
            <a:pPr algn="l"/>
            <a:r>
              <a:rPr b="0" sz="700">
                <a:solidFill>
                  <a:srgbClr val="525D6A"/>
                </a:solidFill>
                <a:latin typeface="Archivo"/>
              </a:rPr>
              <a:t>Workday Confidential</a:t>
            </a:r>
          </a:p>
        </p:txBody>
      </p:sp>
      <p:sp>
        <p:nvSpPr>
          <p:cNvPr id="912293" name="TextBox 912292"/>
          <p:cNvSpPr txBox="1"/>
          <p:nvPr/>
        </p:nvSpPr>
        <p:spPr>
          <a:xfrm>
            <a:off x="8412480" y="4846320"/>
            <a:ext cx="548640" cy="274320"/>
          </a:xfrm>
          <a:prstGeom prst="rect">
            <a:avLst/>
          </a:prstGeom>
          <a:noFill/>
        </p:spPr>
        <p:txBody>
          <a:bodyPr wrap="square">
            <a:spAutoFit/>
          </a:bodyPr>
          <a:lstStyle/>
          <a:p>
            <a:pPr algn="r"/>
            <a:r>
              <a:rPr b="0" sz="700">
                <a:solidFill>
                  <a:srgbClr val="525D6A"/>
                </a:solidFill>
                <a:latin typeface="Archivo"/>
              </a:rPr>
              <a:t>40</a:t>
            </a:r>
          </a:p>
        </p:txBody>
      </p:sp>
      <p:sp>
        <p:nvSpPr>
          <p:cNvPr id="912294" name="TextBox 912293"/>
          <p:cNvSpPr txBox="1"/>
          <p:nvPr/>
        </p:nvSpPr>
        <p:spPr>
          <a:xfrm>
            <a:off x="640080" y="1097280"/>
            <a:ext cx="7863840" cy="3063240"/>
          </a:xfrm>
          <a:prstGeom prst="rect">
            <a:avLst/>
          </a:prstGeom>
          <a:noFill/>
        </p:spPr>
        <p:txBody>
          <a:bodyPr wrap="square">
            <a:spAutoFit/>
          </a:bodyPr>
          <a:lstStyle/>
          <a:p>
            <a:pPr/>
            <a:r>
              <a:rPr b="1" sz="1200">
                <a:solidFill>
                  <a:srgbClr val="0F2E66"/>
                </a:solidFill>
                <a:latin typeface="Archivo"/>
              </a:rPr>
              <a:t>Mass hiring operations</a:t>
            </a:r>
          </a:p>
          <a:p>
            <a:pPr lvl="1" marL="228600" indent="-182880">
              <a:spcAft>
                <a:spcPts val="600"/>
              </a:spcAft>
              <a:buFont typeface="Archivo"/>
              <a:buChar char="•"/>
            </a:pPr>
            <a:r>
              <a:rPr sz="1200">
                <a:solidFill>
                  <a:srgbClr val="0F2E66"/>
                </a:solidFill>
                <a:latin typeface="Archivo"/>
              </a:rPr>
              <a:t>Genpact-style programmes run one hundred to two hundred requisitions with too many clicks; mass offers, mass employment agreements, and cohort approvals are recurring India implementation asks versus per-record-only UX.</a:t>
            </a:r>
          </a:p>
          <a:p>
            <a:pPr lvl="1" marL="228600" indent="-182880">
              <a:spcAft>
                <a:spcPts val="600"/>
              </a:spcAft>
              <a:buFont typeface="Archivo"/>
              <a:buChar char="•"/>
            </a:pPr>
            <a:r>
              <a:rPr sz="1200">
                <a:solidFill>
                  <a:srgbClr val="0F2E66"/>
                </a:solidFill>
                <a:latin typeface="Archivo"/>
              </a:rPr>
              <a:t>Worksheets and Extend patterns cover some flows today; productising governed mass actions would reduce snowflakes while keeping security and compliance constraints visible to services teams.</a:t>
            </a:r>
          </a:p>
          <a:p>
            <a:pPr/>
            <a:r>
              <a:rPr b="1" sz="1200">
                <a:solidFill>
                  <a:srgbClr val="0F2E66"/>
                </a:solidFill>
                <a:latin typeface="Archivo"/>
              </a:rPr>
              <a:t>Trust chain and impersonation</a:t>
            </a:r>
          </a:p>
          <a:p>
            <a:pPr lvl="1" marL="228600" indent="-182880">
              <a:spcAft>
                <a:spcPts val="600"/>
              </a:spcAft>
              <a:buFont typeface="Archivo"/>
              <a:buChar char="•"/>
            </a:pPr>
            <a:r>
              <a:rPr sz="1200">
                <a:solidFill>
                  <a:srgbClr val="0F2E66"/>
                </a:solidFill>
                <a:latin typeface="Archivo"/>
              </a:rPr>
              <a:t>Impersonation risk cited: applicant is not the same person as interview attendee; facial recognition raised as example only, not a product commitment, underscoring identity assurance gap in default flows.</a:t>
            </a:r>
          </a:p>
          <a:p>
            <a:pPr lvl="1" marL="228600" indent="-182880">
              <a:spcAft>
                <a:spcPts val="600"/>
              </a:spcAft>
              <a:buFont typeface="Archivo"/>
              <a:buChar char="•"/>
            </a:pPr>
            <a:r>
              <a:rPr sz="1200">
                <a:solidFill>
                  <a:srgbClr val="0F2E66"/>
                </a:solidFill>
                <a:latin typeface="Archivo"/>
              </a:rPr>
              <a:t>Tydy and other BGC middleware patterns show India customers need rich vendor payloads collected upfront in Workday rather than scattered attachments that break downstream verification.</a:t>
            </a:r>
          </a:p>
          <a:p>
            <a:pPr/>
            <a:r>
              <a:rPr b="1" sz="1200">
                <a:solidFill>
                  <a:srgbClr val="0F2E66"/>
                </a:solidFill>
                <a:latin typeface="Archivo"/>
              </a:rPr>
              <a:t>Career site integrity</a:t>
            </a:r>
          </a:p>
          <a:p>
            <a:pPr lvl="1" marL="228600" indent="-182880">
              <a:spcAft>
                <a:spcPts val="600"/>
              </a:spcAft>
              <a:buFont typeface="Archivo"/>
              <a:buChar char="•"/>
            </a:pPr>
            <a:r>
              <a:rPr sz="1200">
                <a:solidFill>
                  <a:srgbClr val="0F2E66"/>
                </a:solidFill>
                <a:latin typeface="Archivo"/>
              </a:rPr>
              <a:t>Career site edits to name, address, and phone carry weak audit trails, creating BGC mismatch and fraud windows that audited PII change tracking and recruiter-visible flags could mitigate under 060 guidance.</a:t>
            </a:r>
          </a:p>
          <a:p>
            <a:pPr lvl="1" marL="228600" indent="-182880">
              <a:spcAft>
                <a:spcPts val="600"/>
              </a:spcAft>
              <a:buFont typeface="Archivo"/>
              <a:buChar char="•"/>
            </a:pPr>
            <a:r>
              <a:rPr sz="1200">
                <a:solidFill>
                  <a:srgbClr val="0F2E66"/>
                </a:solidFill>
                <a:latin typeface="Archivo"/>
              </a:rPr>
              <a:t>Triangulation: P5 peak-hiring and onboarding ID delays plus P3 reporting gaps echo architect view that trust and throughput fail together when master data edits lack accountability in the system of record.</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SME5 - Director, Strategic Customer Engagement</a:t>
            </a:r>
          </a:p>
        </p:txBody>
      </p:sp>
      <p:sp>
        <p:nvSpPr>
          <p:cNvPr id="3" name="TextBox 2"/>
          <p:cNvSpPr txBox="1"/>
          <p:nvPr/>
        </p:nvSpPr>
        <p:spPr>
          <a:xfrm>
            <a:off x="0" y="4846320"/>
            <a:ext cx="3108960" cy="274320"/>
          </a:xfrm>
          <a:prstGeom prst="rect">
            <a:avLst/>
          </a:prstGeom>
          <a:noFill/>
        </p:spPr>
        <p:txBody>
          <a:bodyPr wrap="square">
            <a:spAutoFit/>
          </a:bodyPr>
          <a:lstStyle/>
          <a:p>
            <a:pPr algn="l"/>
            <a:r>
              <a:rPr b="0" sz="700">
                <a:solidFill>
                  <a:srgbClr val="525D6A"/>
                </a:solidFill>
                <a:latin typeface="Archivo"/>
              </a:rPr>
              <a:t>Workday Confidential</a:t>
            </a:r>
          </a:p>
        </p:txBody>
      </p:sp>
      <p:sp>
        <p:nvSpPr>
          <p:cNvPr id="4" name="TextBox 3"/>
          <p:cNvSpPr txBox="1"/>
          <p:nvPr/>
        </p:nvSpPr>
        <p:spPr>
          <a:xfrm>
            <a:off x="8412480" y="4846320"/>
            <a:ext cx="548640" cy="274320"/>
          </a:xfrm>
          <a:prstGeom prst="rect">
            <a:avLst/>
          </a:prstGeom>
          <a:noFill/>
        </p:spPr>
        <p:txBody>
          <a:bodyPr wrap="square">
            <a:spAutoFit/>
          </a:bodyPr>
          <a:lstStyle/>
          <a:p>
            <a:pPr algn="r"/>
            <a:r>
              <a:rPr b="0" sz="700">
                <a:solidFill>
                  <a:srgbClr val="525D6A"/>
                </a:solidFill>
                <a:latin typeface="Archivo"/>
              </a:rPr>
              <a:t>41</a:t>
            </a:r>
          </a:p>
        </p:txBody>
      </p:sp>
      <p:sp>
        <p:nvSpPr>
          <p:cNvPr id="5" name="TextBox 4"/>
          <p:cNvSpPr txBox="1"/>
          <p:nvPr/>
        </p:nvSpPr>
        <p:spPr>
          <a:xfrm>
            <a:off x="640080" y="1097280"/>
            <a:ext cx="7863840" cy="3063240"/>
          </a:xfrm>
          <a:prstGeom prst="rect">
            <a:avLst/>
          </a:prstGeom>
          <a:noFill/>
        </p:spPr>
        <p:txBody>
          <a:bodyPr wrap="square">
            <a:spAutoFit/>
          </a:bodyPr>
          <a:lstStyle/>
          <a:p>
            <a:pPr/>
            <a:r>
              <a:rPr b="1" sz="1200">
                <a:solidFill>
                  <a:srgbClr val="0F2E66"/>
                </a:solidFill>
                <a:latin typeface="Archivo"/>
              </a:rPr>
              <a:t>Duplicate volume and merge policy</a:t>
            </a:r>
          </a:p>
          <a:p>
            <a:pPr lvl="1" marL="228600" indent="-182880">
              <a:spcAft>
                <a:spcPts val="600"/>
              </a:spcAft>
              <a:buFont typeface="Archivo"/>
              <a:buChar char="•"/>
            </a:pPr>
            <a:r>
              <a:rPr sz="1200">
                <a:solidFill>
                  <a:srgbClr val="0F2E66"/>
                </a:solidFill>
                <a:latin typeface="Archivo"/>
              </a:rPr>
              <a:t>Strategic engagement notes cite roughly two hundred thousand duplicate applications at Accenture-scale programmes; auto-merge limited to two records forces costly manual merges and correction queues.</a:t>
            </a:r>
          </a:p>
          <a:p>
            <a:pPr lvl="1" marL="228600" indent="-182880">
              <a:spcAft>
                <a:spcPts val="600"/>
              </a:spcAft>
              <a:buFont typeface="Archivo"/>
              <a:buChar char="•"/>
            </a:pPr>
            <a:r>
              <a:rPr sz="1200">
                <a:solidFill>
                  <a:srgbClr val="0F2E66"/>
                </a:solidFill>
                <a:latin typeface="Archivo"/>
              </a:rPr>
              <a:t>Multi-way merge beyond two records and DNH auto-disposition against ex-employee lists are repeated asks so India volume hiring does not drown operators in exception handling and spreadsheet reconciliation.</a:t>
            </a:r>
          </a:p>
          <a:p>
            <a:pPr/>
            <a:r>
              <a:rPr b="1" sz="1200">
                <a:solidFill>
                  <a:srgbClr val="0F2E66"/>
                </a:solidFill>
                <a:latin typeface="Archivo"/>
              </a:rPr>
              <a:t>Fraud and interview-stage ID</a:t>
            </a:r>
          </a:p>
          <a:p>
            <a:pPr lvl="1" marL="228600" indent="-182880">
              <a:spcAft>
                <a:spcPts val="600"/>
              </a:spcAft>
              <a:buFont typeface="Archivo"/>
              <a:buChar char="•"/>
            </a:pPr>
            <a:r>
              <a:rPr sz="1200">
                <a:solidFill>
                  <a:srgbClr val="0F2E66"/>
                </a:solidFill>
                <a:latin typeface="Archivo"/>
              </a:rPr>
              <a:t>High competition drives application fraud and trickery; AI-assisted pattern detection with human oversight hypothesised to return time to hiring managers without auto-reject liability under EU AI Act framing.</a:t>
            </a:r>
          </a:p>
          <a:p>
            <a:pPr lvl="1" marL="228600" indent="-182880">
              <a:spcAft>
                <a:spcPts val="600"/>
              </a:spcAft>
              <a:buFont typeface="Archivo"/>
              <a:buChar char="•"/>
            </a:pPr>
            <a:r>
              <a:rPr sz="1200">
                <a:solidFill>
                  <a:srgbClr val="0F2E66"/>
                </a:solidFill>
                <a:latin typeface="Archivo"/>
              </a:rPr>
              <a:t>Interview-stage ID validation aligns with SME4 impersonation theme and with customer desire for stronger government-ID signals before offer release where law permits minimised collection.</a:t>
            </a:r>
          </a:p>
          <a:p>
            <a:pPr/>
            <a:r>
              <a:rPr b="1" sz="1200">
                <a:solidFill>
                  <a:srgbClr val="0F2E66"/>
                </a:solidFill>
                <a:latin typeface="Archivo"/>
              </a:rPr>
              <a:t>Hypotheses and triangulation</a:t>
            </a:r>
          </a:p>
          <a:p>
            <a:pPr lvl="1" marL="228600" indent="-182880">
              <a:spcAft>
                <a:spcPts val="600"/>
              </a:spcAft>
              <a:buFont typeface="Archivo"/>
              <a:buChar char="•"/>
            </a:pPr>
            <a:r>
              <a:rPr sz="1200">
                <a:solidFill>
                  <a:srgbClr val="0F2E66"/>
                </a:solidFill>
                <a:latin typeface="Archivo"/>
              </a:rPr>
              <a:t>Vendor fee disputes and first-source attribution failures from P4 map directly to duplicate and source-precedence gaps SME5 highlights; fixing UDMF parameters is revenue and relationship risk, not hygiene.</a:t>
            </a:r>
          </a:p>
          <a:p>
            <a:pPr lvl="1" marL="228600" indent="-182880">
              <a:spcAft>
                <a:spcPts val="600"/>
              </a:spcAft>
              <a:buFont typeface="Archivo"/>
              <a:buChar char="•"/>
            </a:pPr>
            <a:r>
              <a:rPr sz="1200">
                <a:solidFill>
                  <a:srgbClr val="0F2E66"/>
                </a:solidFill>
                <a:latin typeface="Archivo"/>
              </a:rPr>
              <a:t>Competitive matrix positions UDMF as native strength; honest India tuning plus bulk vendor rules converts differentiator from slide claim to measurable recruiter hour savings in high-volume tenants.</a:t>
            </a:r>
          </a:p>
          <a:p>
            <a:pPr lvl="1" marL="228600" indent="-182880">
              <a:spcAft>
                <a:spcPts val="600"/>
              </a:spcAft>
              <a:buFont typeface="Archivo"/>
              <a:buChar char="•"/>
            </a:pPr>
            <a:r>
              <a:rPr sz="1200">
                <a:solidFill>
                  <a:srgbClr val="0F2E66"/>
                </a:solidFill>
                <a:latin typeface="Archivo"/>
              </a:rPr>
              <a:t>March 2026 scans show Darwinbox, Keka, and Zoho pressing speed; Accenture-scale duplicate data supports investing in industrial merge policy before undifferentiated AI-only positioning in India RFPs.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797055" name="Google Shape;65;p17"/>
          <p:cNvPicPr preferRelativeResize="0"/>
          <p:nvPr/>
        </p:nvPicPr>
        <p:blipFill rotWithShape="1">
          <a:blip r:embed="rId2">
            <a:alphaModFix/>
          </a:blip>
          <a:srcRect b="0" l="4364" r="70596" t="0"/>
          <a:stretch/>
        </p:blipFill>
        <p:spPr>
          <a:xfrm>
            <a:off x="-1" y="-2286"/>
            <a:ext cx="2508653" cy="5148072"/>
          </a:xfrm>
          <a:prstGeom prst="rect">
            <a:avLst/>
          </a:prstGeom>
          <a:noFill/>
          <a:ln>
            <a:noFill/>
          </a:ln>
        </p:spPr>
      </p:pic>
      <p:sp>
        <p:nvSpPr>
          <p:cNvPr id="797056" name="TextBox 797055"/>
          <p:cNvSpPr txBox="1"/>
          <p:nvPr/>
        </p:nvSpPr>
        <p:spPr>
          <a:xfrm>
            <a:off x="0" y="4846320"/>
            <a:ext cx="3108960" cy="274320"/>
          </a:xfrm>
          <a:prstGeom prst="rect">
            <a:avLst/>
          </a:prstGeom>
          <a:noFill/>
        </p:spPr>
        <p:txBody>
          <a:bodyPr wrap="square">
            <a:spAutoFit/>
          </a:bodyPr>
          <a:lstStyle/>
          <a:p>
            <a:pPr algn="l"/>
            <a:r>
              <a:rPr b="0" sz="700">
                <a:solidFill>
                  <a:srgbClr val="525D6A"/>
                </a:solidFill>
                <a:latin typeface="Archivo"/>
              </a:rPr>
              <a:t>Workday Confidential</a:t>
            </a:r>
          </a:p>
        </p:txBody>
      </p:sp>
      <p:sp>
        <p:nvSpPr>
          <p:cNvPr id="797057" name="TextBox 797056"/>
          <p:cNvSpPr txBox="1"/>
          <p:nvPr/>
        </p:nvSpPr>
        <p:spPr>
          <a:xfrm>
            <a:off x="8412480" y="4846320"/>
            <a:ext cx="548640" cy="274320"/>
          </a:xfrm>
          <a:prstGeom prst="rect">
            <a:avLst/>
          </a:prstGeom>
          <a:noFill/>
        </p:spPr>
        <p:txBody>
          <a:bodyPr wrap="square">
            <a:spAutoFit/>
          </a:bodyPr>
          <a:lstStyle/>
          <a:p>
            <a:pPr algn="r"/>
            <a:r>
              <a:rPr b="0" sz="700">
                <a:solidFill>
                  <a:srgbClr val="525D6A"/>
                </a:solidFill>
                <a:latin typeface="Archivo"/>
              </a:rPr>
              <a:t>42</a:t>
            </a:r>
          </a:p>
        </p:txBody>
      </p:sp>
      <p:sp>
        <p:nvSpPr>
          <p:cNvPr id="797058" name="TextBox 797057"/>
          <p:cNvSpPr txBox="1"/>
          <p:nvPr/>
        </p:nvSpPr>
        <p:spPr>
          <a:xfrm>
            <a:off x="3017520" y="1371600"/>
            <a:ext cx="5120640" cy="2011680"/>
          </a:xfrm>
          <a:prstGeom prst="rect">
            <a:avLst/>
          </a:prstGeom>
          <a:noFill/>
        </p:spPr>
        <p:txBody>
          <a:bodyPr wrap="square">
            <a:spAutoFit/>
          </a:bodyPr>
          <a:lstStyle/>
          <a:p>
            <a:r>
              <a:rPr sz="1200">
                <a:solidFill>
                  <a:srgbClr val="0F2E66"/>
                </a:solidFill>
                <a:latin typeface="Archivo"/>
              </a:rPr>
              <a:t>S E C T I O N  1 0
Primary research</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924245" name="Google Shape;120;p22"/>
          <p:cNvPicPr preferRelativeResize="0"/>
          <p:nvPr/>
        </p:nvPicPr>
        <p:blipFill rotWithShape="1">
          <a:blip r:embed="rId2">
            <a:alphaModFix/>
          </a:blip>
          <a:srcRect b="38102" l="0" r="0" t="0"/>
          <a:stretch/>
        </p:blipFill>
        <p:spPr>
          <a:xfrm>
            <a:off x="0" y="1"/>
            <a:ext cx="9144000" cy="5143500"/>
          </a:xfrm>
          <a:prstGeom prst="rect">
            <a:avLst/>
          </a:prstGeom>
          <a:noFill/>
          <a:ln>
            <a:noFill/>
          </a:ln>
        </p:spPr>
      </p:pic>
      <p:sp>
        <p:nvSpPr>
          <p:cNvPr id="2" name="Title 1"/>
          <p:cNvSpPr>
            <a:spLocks noGrp="1"/>
          </p:cNvSpPr>
          <p:nvPr>
            <p:ph type="title"/>
          </p:nvPr>
        </p:nvSpPr>
        <p:spPr/>
        <p:txBody>
          <a:bodyPr/>
          <a:lstStyle/>
          <a:p>
            <a:r>
              <a:t>1:1 Customer Interviews - India Enterprise</a:t>
            </a:r>
          </a:p>
        </p:txBody>
      </p:sp>
      <p:sp>
        <p:nvSpPr>
          <p:cNvPr id="924246" name="TextBox 924245"/>
          <p:cNvSpPr txBox="1"/>
          <p:nvPr/>
        </p:nvSpPr>
        <p:spPr>
          <a:xfrm>
            <a:off x="0" y="4846320"/>
            <a:ext cx="3108960" cy="274320"/>
          </a:xfrm>
          <a:prstGeom prst="rect">
            <a:avLst/>
          </a:prstGeom>
          <a:noFill/>
        </p:spPr>
        <p:txBody>
          <a:bodyPr wrap="square">
            <a:spAutoFit/>
          </a:bodyPr>
          <a:lstStyle/>
          <a:p>
            <a:pPr algn="l"/>
            <a:r>
              <a:rPr b="0" sz="700">
                <a:solidFill>
                  <a:srgbClr val="525D6A"/>
                </a:solidFill>
                <a:latin typeface="Archivo"/>
              </a:rPr>
              <a:t>Workday Confidential</a:t>
            </a:r>
          </a:p>
        </p:txBody>
      </p:sp>
      <p:sp>
        <p:nvSpPr>
          <p:cNvPr id="924247" name="TextBox 924246"/>
          <p:cNvSpPr txBox="1"/>
          <p:nvPr/>
        </p:nvSpPr>
        <p:spPr>
          <a:xfrm>
            <a:off x="8412480" y="4846320"/>
            <a:ext cx="548640" cy="274320"/>
          </a:xfrm>
          <a:prstGeom prst="rect">
            <a:avLst/>
          </a:prstGeom>
          <a:noFill/>
        </p:spPr>
        <p:txBody>
          <a:bodyPr wrap="square">
            <a:spAutoFit/>
          </a:bodyPr>
          <a:lstStyle/>
          <a:p>
            <a:pPr algn="r"/>
            <a:r>
              <a:rPr b="0" sz="700">
                <a:solidFill>
                  <a:srgbClr val="525D6A"/>
                </a:solidFill>
                <a:latin typeface="Archivo"/>
              </a:rPr>
              <a:t>43</a:t>
            </a:r>
          </a:p>
        </p:txBody>
      </p:sp>
      <p:sp>
        <p:nvSpPr>
          <p:cNvPr id="924248" name="TextBox 924247"/>
          <p:cNvSpPr txBox="1"/>
          <p:nvPr/>
        </p:nvSpPr>
        <p:spPr>
          <a:xfrm>
            <a:off x="640080" y="1097280"/>
            <a:ext cx="7863840" cy="2834640"/>
          </a:xfrm>
          <a:prstGeom prst="rect">
            <a:avLst/>
          </a:prstGeom>
          <a:noFill/>
        </p:spPr>
        <p:txBody>
          <a:bodyPr wrap="square">
            <a:spAutoFit/>
          </a:bodyPr>
          <a:lstStyle/>
          <a:p>
            <a:pPr lvl="1" marL="228600" indent="-182880">
              <a:spcAft>
                <a:spcPts val="600"/>
              </a:spcAft>
              <a:buFont typeface="Archivo"/>
              <a:buChar char="•"/>
            </a:pPr>
            <a:r>
              <a:rPr sz="1200">
                <a:solidFill>
                  <a:srgbClr val="0F2E66"/>
                </a:solidFill>
                <a:latin typeface="Archivo"/>
              </a:rPr>
              <a:t>Five senior recruiting leaders and hiring managers from Teleperformance India covering specialist, leadership, and high-volume agent programmes.</a:t>
            </a:r>
          </a:p>
          <a:p>
            <a:pPr lvl="1" marL="228600" indent="-182880">
              <a:spcAft>
                <a:spcPts val="600"/>
              </a:spcAft>
              <a:buFont typeface="Archivo"/>
              <a:buChar char="•"/>
            </a:pPr>
            <a:r>
              <a:rPr sz="1200">
                <a:solidFill>
                  <a:srgbClr val="0F2E66"/>
                </a:solidFill>
                <a:latin typeface="Archivo"/>
              </a:rPr>
              <a:t>Organisations operate India-scale hiring with agency networks, confidential leadership pipelines, and multi-site peaks up to thousands of hires per week.</a:t>
            </a:r>
          </a:p>
          <a:p>
            <a:pPr lvl="1" marL="228600" indent="-182880">
              <a:spcAft>
                <a:spcPts val="600"/>
              </a:spcAft>
              <a:buFont typeface="Archivo"/>
              <a:buChar char="•"/>
            </a:pPr>
            <a:r>
              <a:rPr sz="1200">
                <a:solidFill>
                  <a:srgbClr val="0F2E66"/>
                </a:solidFill>
                <a:latin typeface="Archivo"/>
              </a:rPr>
              <a:t>Research conducted December 2025; semi-structured interviews on workflows, compliance, and Workday friction points.</a:t>
            </a:r>
          </a:p>
          <a:p>
            <a:pPr lvl="1" marL="228600" indent="-182880">
              <a:spcAft>
                <a:spcPts val="600"/>
              </a:spcAft>
              <a:buFont typeface="Archivo"/>
              <a:buChar char="•"/>
            </a:pPr>
            <a:r>
              <a:rPr sz="1200">
                <a:solidFill>
                  <a:srgbClr val="0F2E66"/>
                </a:solidFill>
                <a:latin typeface="Archivo"/>
              </a:rPr>
              <a:t>Transcripts analysed for themes; findings triangulated with internal SMEs, competitive intelligence, and strategy context.</a:t>
            </a:r>
          </a:p>
          <a:p>
            <a:pPr lvl="1" marL="228600" indent="-182880">
              <a:spcAft>
                <a:spcPts val="600"/>
              </a:spcAft>
              <a:buFont typeface="Archivo"/>
              <a:buChar char="•"/>
            </a:pPr>
            <a:r>
              <a:rPr sz="1200">
                <a:solidFill>
                  <a:srgbClr val="0F2E66"/>
                </a:solidFill>
                <a:latin typeface="Archivo"/>
              </a:rPr>
              <a:t>Participants anonymised as P1–P5 with company retained for enterprise credibility.</a:t>
            </a:r>
          </a:p>
          <a:p>
            <a:pPr lvl="1" marL="228600" indent="-182880">
              <a:spcAft>
                <a:spcPts val="600"/>
              </a:spcAft>
              <a:buFont typeface="Archivo"/>
              <a:buChar char="•"/>
            </a:pPr>
            <a:r>
              <a:rPr sz="1200">
                <a:solidFill>
                  <a:srgbClr val="0F2E66"/>
                </a:solidFill>
                <a:latin typeface="Archivo"/>
              </a:rPr>
              <a:t>Limitation: single-employer deep dive; patterns require validation with additional India BPO and IT tenants.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Customer Interview Participants</a:t>
            </a:r>
          </a:p>
        </p:txBody>
      </p:sp>
      <p:sp>
        <p:nvSpPr>
          <p:cNvPr id="3" name="TextBox 2"/>
          <p:cNvSpPr txBox="1"/>
          <p:nvPr/>
        </p:nvSpPr>
        <p:spPr>
          <a:xfrm>
            <a:off x="0" y="4846320"/>
            <a:ext cx="3108960" cy="274320"/>
          </a:xfrm>
          <a:prstGeom prst="rect">
            <a:avLst/>
          </a:prstGeom>
          <a:noFill/>
        </p:spPr>
        <p:txBody>
          <a:bodyPr wrap="square">
            <a:spAutoFit/>
          </a:bodyPr>
          <a:lstStyle/>
          <a:p>
            <a:pPr algn="l"/>
            <a:r>
              <a:rPr b="0" sz="700">
                <a:solidFill>
                  <a:srgbClr val="525D6A"/>
                </a:solidFill>
                <a:latin typeface="Archivo"/>
              </a:rPr>
              <a:t>Workday Confidential</a:t>
            </a:r>
          </a:p>
        </p:txBody>
      </p:sp>
      <p:sp>
        <p:nvSpPr>
          <p:cNvPr id="4" name="TextBox 3"/>
          <p:cNvSpPr txBox="1"/>
          <p:nvPr/>
        </p:nvSpPr>
        <p:spPr>
          <a:xfrm>
            <a:off x="8412480" y="4846320"/>
            <a:ext cx="548640" cy="274320"/>
          </a:xfrm>
          <a:prstGeom prst="rect">
            <a:avLst/>
          </a:prstGeom>
          <a:noFill/>
        </p:spPr>
        <p:txBody>
          <a:bodyPr wrap="square">
            <a:spAutoFit/>
          </a:bodyPr>
          <a:lstStyle/>
          <a:p>
            <a:pPr algn="r"/>
            <a:r>
              <a:rPr b="0" sz="700">
                <a:solidFill>
                  <a:srgbClr val="525D6A"/>
                </a:solidFill>
                <a:latin typeface="Archivo"/>
              </a:rPr>
              <a:t>44</a:t>
            </a:r>
          </a:p>
        </p:txBody>
      </p:sp>
      <p:graphicFrame>
        <p:nvGraphicFramePr>
          <p:cNvPr id="5" name="Table 4"/>
          <p:cNvGraphicFramePr>
            <a:graphicFrameLocks noGrp="1"/>
          </p:cNvGraphicFramePr>
          <p:nvPr/>
        </p:nvGraphicFramePr>
        <p:xfrm>
          <a:off x="457200" y="1097280"/>
          <a:ext cx="8229600" cy="2743200"/>
        </p:xfrm>
        <a:graphic>
          <a:graphicData uri="http://schemas.openxmlformats.org/drawingml/2006/table">
            <a:tbl>
              <a:tblPr firstRow="1" bandRow="1">
                <a:tableStyleId>{5C22544A-7EE6-4342-B048-85BDC9FD1C3A}</a:tableStyleId>
              </a:tblPr>
              <a:tblGrid>
                <a:gridCol w="2743200"/>
                <a:gridCol w="2743200"/>
                <a:gridCol w="2743200"/>
              </a:tblGrid>
              <a:tr h="457200">
                <a:tc>
                  <a:txBody>
                    <a:bodyPr/>
                    <a:lstStyle/>
                    <a:p>
                      <a:r>
                        <a:rPr sz="1000" b="1">
                          <a:solidFill>
                            <a:srgbClr val="FFFFFF"/>
                          </a:solidFill>
                        </a:rPr>
                        <a:t>Participant</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solidFill>
                      <a:srgbClr val="0F2E66"/>
                    </a:solidFill>
                  </a:tcPr>
                </a:tc>
                <a:tc>
                  <a:txBody>
                    <a:bodyPr/>
                    <a:lstStyle/>
                    <a:p>
                      <a:r>
                        <a:rPr sz="1000" b="1">
                          <a:solidFill>
                            <a:srgbClr val="FFFFFF"/>
                          </a:solidFill>
                        </a:rPr>
                        <a:t>Role</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solidFill>
                      <a:srgbClr val="0F2E66"/>
                    </a:solidFill>
                  </a:tcPr>
                </a:tc>
                <a:tc>
                  <a:txBody>
                    <a:bodyPr/>
                    <a:lstStyle/>
                    <a:p>
                      <a:r>
                        <a:rPr sz="1000" b="1">
                          <a:solidFill>
                            <a:srgbClr val="FFFFFF"/>
                          </a:solidFill>
                        </a:rPr>
                        <a:t>Company</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solidFill>
                      <a:srgbClr val="0F2E66"/>
                    </a:solidFill>
                  </a:tcPr>
                </a:tc>
              </a:tr>
              <a:tr h="457200">
                <a:tc>
                  <a:txBody>
                    <a:bodyPr/>
                    <a:lstStyle/>
                    <a:p>
                      <a:r>
                        <a:rPr sz="1000"/>
                        <a:t>P1</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1000"/>
                        <a:t>Recruitment Manager (specialist team)</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1000"/>
                        <a:t>TP (India)</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r>
              <a:tr h="457200">
                <a:tc>
                  <a:txBody>
                    <a:bodyPr/>
                    <a:lstStyle/>
                    <a:p>
                      <a:r>
                        <a:rPr sz="1000"/>
                        <a:t>P2</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1000"/>
                        <a:t>Recruitment Manager (JR to payroll)</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1000"/>
                        <a:t>TP (India)</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r>
              <a:tr h="457200">
                <a:tc>
                  <a:txBody>
                    <a:bodyPr/>
                    <a:lstStyle/>
                    <a:p>
                      <a:r>
                        <a:rPr sz="1000"/>
                        <a:t>P3</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1000"/>
                        <a:t>Leadership or confidential hiring</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1000"/>
                        <a:t>TP (India)</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r>
              <a:tr h="457200">
                <a:tc>
                  <a:txBody>
                    <a:bodyPr/>
                    <a:lstStyle/>
                    <a:p>
                      <a:r>
                        <a:rPr sz="1000"/>
                        <a:t>P4</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1000"/>
                        <a:t>Agent hiring lead (high volume)</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1000"/>
                        <a:t>TP (India)</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r>
              <a:tr h="457200">
                <a:tc>
                  <a:txBody>
                    <a:bodyPr/>
                    <a:lstStyle/>
                    <a:p>
                      <a:r>
                        <a:rPr sz="1000"/>
                        <a:t>P5</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1000"/>
                        <a:t>Frontline hiring manager (multi-site)</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1000"/>
                        <a:t>TP (India)</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r>
            </a:tbl>
          </a:graphicData>
        </a:graphic>
      </p:graphicFrame>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21904" name="Google Shape;120;p22"/>
          <p:cNvPicPr preferRelativeResize="0"/>
          <p:nvPr/>
        </p:nvPicPr>
        <p:blipFill rotWithShape="1">
          <a:blip r:embed="rId2">
            <a:alphaModFix/>
          </a:blip>
          <a:srcRect b="38102" l="0" r="0" t="0"/>
          <a:stretch/>
        </p:blipFill>
        <p:spPr>
          <a:xfrm>
            <a:off x="0" y="1"/>
            <a:ext cx="9144000" cy="5143500"/>
          </a:xfrm>
          <a:prstGeom prst="rect">
            <a:avLst/>
          </a:prstGeom>
          <a:noFill/>
          <a:ln>
            <a:noFill/>
          </a:ln>
        </p:spPr>
      </p:pic>
      <p:sp>
        <p:nvSpPr>
          <p:cNvPr id="2" name="Title 1"/>
          <p:cNvSpPr>
            <a:spLocks noGrp="1"/>
          </p:cNvSpPr>
          <p:nvPr>
            <p:ph type="title"/>
          </p:nvPr>
        </p:nvSpPr>
        <p:spPr/>
        <p:txBody>
          <a:bodyPr/>
          <a:lstStyle/>
          <a:p>
            <a:r>
              <a:t>P1 - Recruitment Manager, TP (India)</a:t>
            </a:r>
          </a:p>
        </p:txBody>
      </p:sp>
      <p:sp>
        <p:nvSpPr>
          <p:cNvPr id="221905" name="TextBox 221904"/>
          <p:cNvSpPr txBox="1"/>
          <p:nvPr/>
        </p:nvSpPr>
        <p:spPr>
          <a:xfrm>
            <a:off x="0" y="4846320"/>
            <a:ext cx="3108960" cy="274320"/>
          </a:xfrm>
          <a:prstGeom prst="rect">
            <a:avLst/>
          </a:prstGeom>
          <a:noFill/>
        </p:spPr>
        <p:txBody>
          <a:bodyPr wrap="square">
            <a:spAutoFit/>
          </a:bodyPr>
          <a:lstStyle/>
          <a:p>
            <a:pPr algn="l"/>
            <a:r>
              <a:rPr b="0" sz="700">
                <a:solidFill>
                  <a:srgbClr val="525D6A"/>
                </a:solidFill>
                <a:latin typeface="Archivo"/>
              </a:rPr>
              <a:t>Workday Confidential</a:t>
            </a:r>
          </a:p>
        </p:txBody>
      </p:sp>
      <p:sp>
        <p:nvSpPr>
          <p:cNvPr id="221906" name="TextBox 221905"/>
          <p:cNvSpPr txBox="1"/>
          <p:nvPr/>
        </p:nvSpPr>
        <p:spPr>
          <a:xfrm>
            <a:off x="8412480" y="4846320"/>
            <a:ext cx="548640" cy="274320"/>
          </a:xfrm>
          <a:prstGeom prst="rect">
            <a:avLst/>
          </a:prstGeom>
          <a:noFill/>
        </p:spPr>
        <p:txBody>
          <a:bodyPr wrap="square">
            <a:spAutoFit/>
          </a:bodyPr>
          <a:lstStyle/>
          <a:p>
            <a:pPr algn="r"/>
            <a:r>
              <a:rPr b="0" sz="700">
                <a:solidFill>
                  <a:srgbClr val="525D6A"/>
                </a:solidFill>
                <a:latin typeface="Archivo"/>
              </a:rPr>
              <a:t>45</a:t>
            </a:r>
          </a:p>
        </p:txBody>
      </p:sp>
      <p:sp>
        <p:nvSpPr>
          <p:cNvPr id="221907" name="TextBox 221906"/>
          <p:cNvSpPr txBox="1"/>
          <p:nvPr/>
        </p:nvSpPr>
        <p:spPr>
          <a:xfrm>
            <a:off x="640080" y="1097280"/>
            <a:ext cx="7863840" cy="3154680"/>
          </a:xfrm>
          <a:prstGeom prst="rect">
            <a:avLst/>
          </a:prstGeom>
          <a:noFill/>
        </p:spPr>
        <p:txBody>
          <a:bodyPr wrap="square">
            <a:spAutoFit/>
          </a:bodyPr>
          <a:lstStyle/>
          <a:p>
            <a:pPr/>
            <a:r>
              <a:rPr b="1" sz="1200">
                <a:solidFill>
                  <a:srgbClr val="0F2E66"/>
                </a:solidFill>
                <a:latin typeface="Archivo"/>
              </a:rPr>
              <a:t>Role focus</a:t>
            </a:r>
          </a:p>
          <a:p>
            <a:pPr lvl="1" marL="228600" indent="-182880">
              <a:spcAft>
                <a:spcPts val="600"/>
              </a:spcAft>
              <a:buFont typeface="Archivo"/>
              <a:buChar char="•"/>
            </a:pPr>
            <a:r>
              <a:rPr sz="1200">
                <a:solidFill>
                  <a:srgbClr val="0F2E66"/>
                </a:solidFill>
                <a:latin typeface="Archivo"/>
              </a:rPr>
              <a:t>Participant anchors daily work in sourcing, interviews, resumes, offers, and follow-up for a compact specialist pod, balancing hands-on recruiting with team goals, attendance, and performance routines across high-touch leadership and confidential pipelines.</a:t>
            </a:r>
          </a:p>
          <a:p>
            <a:pPr lvl="1" marL="228600" indent="-182880">
              <a:spcAft>
                <a:spcPts val="600"/>
              </a:spcAft>
              <a:buFont typeface="Archivo"/>
              <a:buChar char="•"/>
            </a:pPr>
            <a:r>
              <a:rPr sz="1200">
                <a:solidFill>
                  <a:srgbClr val="0F2E66"/>
                </a:solidFill>
                <a:latin typeface="Archivo"/>
              </a:rPr>
              <a:t>The pod operates as a single squad covering end-to-end candidate touchpoints; friction shows up when system-of-record steps fragment across tools or when status chasing replaces structured in-product progress for managers and recruiters.</a:t>
            </a:r>
          </a:p>
          <a:p>
            <a:pPr/>
            <a:r>
              <a:rPr b="1" sz="1200">
                <a:solidFill>
                  <a:srgbClr val="0F2E66"/>
                </a:solidFill>
                <a:latin typeface="Archivo"/>
              </a:rPr>
              <a:t>Voice of participant</a:t>
            </a:r>
          </a:p>
          <a:p>
            <a:pPr lvl="1" marL="228600" indent="-182880">
              <a:spcAft>
                <a:spcPts val="600"/>
              </a:spcAft>
              <a:buFont typeface="Archivo"/>
              <a:buChar char="•"/>
            </a:pPr>
            <a:r>
              <a:rPr sz="1200">
                <a:solidFill>
                  <a:srgbClr val="0F2E66"/>
                </a:solidFill>
                <a:latin typeface="Archivo"/>
              </a:rPr>
              <a:t>"So, my day-to-day routine is like sourcing the candidates, aligning their interviews, passing their resume if they selected and processing for offers and followup." (P1, TP India)</a:t>
            </a:r>
          </a:p>
          <a:p>
            <a:pPr lvl="1" marL="228600" indent="-182880">
              <a:spcAft>
                <a:spcPts val="600"/>
              </a:spcAft>
              <a:buFont typeface="Archivo"/>
              <a:buChar char="•"/>
            </a:pPr>
            <a:r>
              <a:rPr sz="1200">
                <a:solidFill>
                  <a:srgbClr val="0F2E66"/>
                </a:solidFill>
                <a:latin typeface="Archivo"/>
              </a:rPr>
              <a:t>Performance goals and business-review cadences also sit in the same role, so any hiring-tool friction directly competes with people-management time on a small team where every hour is already over-allocated across reqs.</a:t>
            </a:r>
          </a:p>
          <a:p>
            <a:pPr/>
            <a:r>
              <a:rPr b="1" sz="1200">
                <a:solidFill>
                  <a:srgbClr val="0F2E66"/>
                </a:solidFill>
                <a:latin typeface="Archivo"/>
              </a:rPr>
              <a:t>Governance echo</a:t>
            </a:r>
          </a:p>
          <a:p>
            <a:pPr lvl="1" marL="228600" indent="-182880">
              <a:spcAft>
                <a:spcPts val="600"/>
              </a:spcAft>
              <a:buFont typeface="Archivo"/>
              <a:buChar char="•"/>
            </a:pPr>
            <a:r>
              <a:rPr sz="1200">
                <a:solidFill>
                  <a:srgbClr val="0F2E66"/>
                </a:solidFill>
                <a:latin typeface="Archivo"/>
              </a:rPr>
              <a:t>Same employer context as P2 and P3 on email-based approvals and offline governance referenced in the roundtable; P1’s squad feels downstream latency when upstream approvals are not visible inside Workday workflows.</a:t>
            </a:r>
          </a:p>
          <a:p>
            <a:pPr/>
            <a:r>
              <a:rPr b="1" sz="1200">
                <a:solidFill>
                  <a:srgbClr val="0F2E66"/>
                </a:solidFill>
                <a:latin typeface="Archivo"/>
              </a:rPr>
              <a:t>JTBD</a:t>
            </a:r>
          </a:p>
          <a:p>
            <a:pPr lvl="1" marL="228600" indent="-182880">
              <a:spcAft>
                <a:spcPts val="600"/>
              </a:spcAft>
              <a:buFont typeface="Archivo"/>
              <a:buChar char="•"/>
            </a:pPr>
            <a:r>
              <a:rPr sz="1200">
                <a:solidFill>
                  <a:srgbClr val="0F2E66"/>
                </a:solidFill>
                <a:latin typeface="Archivo"/>
              </a:rPr>
              <a:t>When leading a specialist pod, I want one trustworthy system of record for hiring steps and team administration, so I reduce parallel email and spreadsheet chasing while keeping audit-friendly evidence for leadership reviews.</a:t>
            </a:r>
          </a:p>
          <a:p>
            <a:pPr lvl="1" marL="228600" indent="-182880">
              <a:spcAft>
                <a:spcPts val="600"/>
              </a:spcAft>
              <a:buFont typeface="Archivo"/>
              <a:buChar char="•"/>
            </a:pPr>
            <a:r>
              <a:rPr sz="1200">
                <a:solidFill>
                  <a:srgbClr val="0F2E66"/>
                </a:solidFill>
                <a:latin typeface="Archivo"/>
              </a:rPr>
              <a:t>Specialist and confidential pipelines intersect leadership hiring where audit trails matter as much as speed; offline evidence habits elsewhere at TP India amplify P1’s need for visible approval state inside the tenant, not only in inboxes.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P2 - Recruitment Manager, TP (India)</a:t>
            </a:r>
          </a:p>
        </p:txBody>
      </p:sp>
      <p:sp>
        <p:nvSpPr>
          <p:cNvPr id="3" name="TextBox 2"/>
          <p:cNvSpPr txBox="1"/>
          <p:nvPr/>
        </p:nvSpPr>
        <p:spPr>
          <a:xfrm>
            <a:off x="0" y="4846320"/>
            <a:ext cx="3108960" cy="274320"/>
          </a:xfrm>
          <a:prstGeom prst="rect">
            <a:avLst/>
          </a:prstGeom>
          <a:noFill/>
        </p:spPr>
        <p:txBody>
          <a:bodyPr wrap="square">
            <a:spAutoFit/>
          </a:bodyPr>
          <a:lstStyle/>
          <a:p>
            <a:pPr algn="l"/>
            <a:r>
              <a:rPr b="0" sz="700">
                <a:solidFill>
                  <a:srgbClr val="525D6A"/>
                </a:solidFill>
                <a:latin typeface="Archivo"/>
              </a:rPr>
              <a:t>Workday Confidential</a:t>
            </a:r>
          </a:p>
        </p:txBody>
      </p:sp>
      <p:sp>
        <p:nvSpPr>
          <p:cNvPr id="4" name="TextBox 3"/>
          <p:cNvSpPr txBox="1"/>
          <p:nvPr/>
        </p:nvSpPr>
        <p:spPr>
          <a:xfrm>
            <a:off x="8412480" y="4846320"/>
            <a:ext cx="548640" cy="274320"/>
          </a:xfrm>
          <a:prstGeom prst="rect">
            <a:avLst/>
          </a:prstGeom>
          <a:noFill/>
        </p:spPr>
        <p:txBody>
          <a:bodyPr wrap="square">
            <a:spAutoFit/>
          </a:bodyPr>
          <a:lstStyle/>
          <a:p>
            <a:pPr algn="r"/>
            <a:r>
              <a:rPr b="0" sz="700">
                <a:solidFill>
                  <a:srgbClr val="525D6A"/>
                </a:solidFill>
                <a:latin typeface="Archivo"/>
              </a:rPr>
              <a:t>46</a:t>
            </a:r>
          </a:p>
        </p:txBody>
      </p:sp>
      <p:sp>
        <p:nvSpPr>
          <p:cNvPr id="5" name="TextBox 4"/>
          <p:cNvSpPr txBox="1"/>
          <p:nvPr/>
        </p:nvSpPr>
        <p:spPr>
          <a:xfrm>
            <a:off x="640080" y="1097280"/>
            <a:ext cx="7863840" cy="3154680"/>
          </a:xfrm>
          <a:prstGeom prst="rect">
            <a:avLst/>
          </a:prstGeom>
          <a:noFill/>
        </p:spPr>
        <p:txBody>
          <a:bodyPr wrap="square">
            <a:spAutoFit/>
          </a:bodyPr>
          <a:lstStyle/>
          <a:p>
            <a:pPr/>
            <a:r>
              <a:rPr b="1" sz="1200">
                <a:solidFill>
                  <a:srgbClr val="0F2E66"/>
                </a:solidFill>
                <a:latin typeface="Archivo"/>
              </a:rPr>
              <a:t>Email-first approvals</a:t>
            </a:r>
          </a:p>
          <a:p>
            <a:pPr lvl="1" marL="228600" indent="-182880">
              <a:spcAft>
                <a:spcPts val="600"/>
              </a:spcAft>
              <a:buFont typeface="Archivo"/>
              <a:buChar char="•"/>
            </a:pPr>
            <a:r>
              <a:rPr sz="1200">
                <a:solidFill>
                  <a:srgbClr val="0F2E66"/>
                </a:solidFill>
                <a:latin typeface="Archivo"/>
              </a:rPr>
              <a:t>Approvals for compensation and positions live on email first; the participant then raises the job requisition in Workday, creating dual-system latency, attachment sprawl, and weak in-product approval history for downstream audit or disputes.</a:t>
            </a:r>
          </a:p>
          <a:p>
            <a:pPr lvl="1" marL="228600" indent="-182880">
              <a:spcAft>
                <a:spcPts val="600"/>
              </a:spcAft>
              <a:buFont typeface="Archivo"/>
              <a:buChar char="•"/>
            </a:pPr>
            <a:r>
              <a:rPr sz="1200">
                <a:solidFill>
                  <a:srgbClr val="0F2E66"/>
                </a:solidFill>
                <a:latin typeface="Archivo"/>
              </a:rPr>
              <a:t>Roughly sixty-person team pattern: managers send mapped position codes and approval evidence via email before reqs appear in Workday, which slows time-to-post and complicates traceability when finance or HRBP questions org or grading tags.</a:t>
            </a:r>
          </a:p>
          <a:p>
            <a:pPr/>
            <a:r>
              <a:rPr b="1" sz="1200">
                <a:solidFill>
                  <a:srgbClr val="0F2E66"/>
                </a:solidFill>
                <a:latin typeface="Archivo"/>
              </a:rPr>
              <a:t>Voice of participant</a:t>
            </a:r>
          </a:p>
          <a:p>
            <a:pPr lvl="1" marL="228600" indent="-182880">
              <a:spcAft>
                <a:spcPts val="600"/>
              </a:spcAft>
              <a:buFont typeface="Archivo"/>
              <a:buChar char="•"/>
            </a:pPr>
            <a:r>
              <a:rPr sz="1200">
                <a:solidFill>
                  <a:srgbClr val="0F2E66"/>
                </a:solidFill>
                <a:latin typeface="Archivo"/>
              </a:rPr>
              <a:t>"On email we have approvals on right now and then once I have all of these approvals is when I raise a job requiring managers." (P2, TP India)</a:t>
            </a:r>
          </a:p>
          <a:p>
            <a:pPr lvl="1" marL="228600" indent="-182880">
              <a:spcAft>
                <a:spcPts val="600"/>
              </a:spcAft>
              <a:buFont typeface="Archivo"/>
              <a:buChar char="•"/>
            </a:pPr>
            <a:r>
              <a:rPr sz="1200">
                <a:solidFill>
                  <a:srgbClr val="0F2E66"/>
                </a:solidFill>
                <a:latin typeface="Archivo"/>
              </a:rPr>
              <a:t>Creates requisitions in Workday after email packets arrive, so the tenant shows reqs without showing the decision trail that justified headcount, comp, or org mapping—exactly the governance gap Recommendation 5 targets for India scale.</a:t>
            </a:r>
          </a:p>
          <a:p>
            <a:pPr/>
            <a:r>
              <a:rPr b="1" sz="1200">
                <a:solidFill>
                  <a:srgbClr val="0F2E66"/>
                </a:solidFill>
                <a:latin typeface="Archivo"/>
              </a:rPr>
              <a:t>Operational drag</a:t>
            </a:r>
          </a:p>
          <a:p>
            <a:pPr lvl="1" marL="228600" indent="-182880">
              <a:spcAft>
                <a:spcPts val="600"/>
              </a:spcAft>
              <a:buFont typeface="Archivo"/>
              <a:buChar char="•"/>
            </a:pPr>
            <a:r>
              <a:rPr sz="1200">
                <a:solidFill>
                  <a:srgbClr val="0F2E66"/>
                </a:solidFill>
                <a:latin typeface="Archivo"/>
              </a:rPr>
              <a:t>Hiring managers who do not own requisition creation drive back-and-forth on cost centre, line of business, and tagging, amplifying India high-volume pain when every correction delays posting and candidate pipelines.</a:t>
            </a:r>
          </a:p>
          <a:p>
            <a:pPr/>
            <a:r>
              <a:rPr b="1" sz="1200">
                <a:solidFill>
                  <a:srgbClr val="0F2E66"/>
                </a:solidFill>
                <a:latin typeface="Archivo"/>
              </a:rPr>
              <a:t>JTBD</a:t>
            </a:r>
          </a:p>
          <a:p>
            <a:pPr lvl="1" marL="228600" indent="-182880">
              <a:spcAft>
                <a:spcPts val="600"/>
              </a:spcAft>
              <a:buFont typeface="Archivo"/>
              <a:buChar char="•"/>
            </a:pPr>
            <a:r>
              <a:rPr sz="1200">
                <a:solidFill>
                  <a:srgbClr val="0F2E66"/>
                </a:solidFill>
                <a:latin typeface="Archivo"/>
              </a:rPr>
              <a:t>When opening approved headcount, I want managers to raise accurate requisitions with correct org and finance tags inside the system, so I avoid rework before candidates apply and preserve a clean approval chain for India compliance reviews.</a:t>
            </a:r>
          </a:p>
          <a:p>
            <a:pPr lvl="1" marL="228600" indent="-182880">
              <a:spcAft>
                <a:spcPts val="600"/>
              </a:spcAft>
              <a:buFont typeface="Archivo"/>
              <a:buChar char="•"/>
            </a:pPr>
            <a:r>
              <a:rPr sz="1200">
                <a:solidFill>
                  <a:srgbClr val="0F2E66"/>
                </a:solidFill>
                <a:latin typeface="Archivo"/>
              </a:rPr>
              <a:t>Owns onboarding command through to payroll, so defects in upstream email approvals cascade into downstream credential, pay-group, and no-show handling that other TP India voices tie to peak-season operational risk.</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05814" name="Google Shape;120;p22"/>
          <p:cNvPicPr preferRelativeResize="0"/>
          <p:nvPr/>
        </p:nvPicPr>
        <p:blipFill rotWithShape="1">
          <a:blip r:embed="rId2">
            <a:alphaModFix/>
          </a:blip>
          <a:srcRect b="38102" l="0" r="0" t="0"/>
          <a:stretch/>
        </p:blipFill>
        <p:spPr>
          <a:xfrm>
            <a:off x="0" y="1"/>
            <a:ext cx="9144000" cy="5143500"/>
          </a:xfrm>
          <a:prstGeom prst="rect">
            <a:avLst/>
          </a:prstGeom>
          <a:noFill/>
          <a:ln>
            <a:noFill/>
          </a:ln>
        </p:spPr>
      </p:pic>
      <p:sp>
        <p:nvSpPr>
          <p:cNvPr id="2" name="Title 1"/>
          <p:cNvSpPr>
            <a:spLocks noGrp="1"/>
          </p:cNvSpPr>
          <p:nvPr>
            <p:ph type="title"/>
          </p:nvPr>
        </p:nvSpPr>
        <p:spPr/>
        <p:txBody>
          <a:bodyPr/>
          <a:lstStyle/>
          <a:p>
            <a:r>
              <a:t>P3 - Leadership Recruiter, TP (India)</a:t>
            </a:r>
          </a:p>
        </p:txBody>
      </p:sp>
      <p:sp>
        <p:nvSpPr>
          <p:cNvPr id="105815" name="TextBox 105814"/>
          <p:cNvSpPr txBox="1"/>
          <p:nvPr/>
        </p:nvSpPr>
        <p:spPr>
          <a:xfrm>
            <a:off x="0" y="4846320"/>
            <a:ext cx="3108960" cy="274320"/>
          </a:xfrm>
          <a:prstGeom prst="rect">
            <a:avLst/>
          </a:prstGeom>
          <a:noFill/>
        </p:spPr>
        <p:txBody>
          <a:bodyPr wrap="square">
            <a:spAutoFit/>
          </a:bodyPr>
          <a:lstStyle/>
          <a:p>
            <a:pPr algn="l"/>
            <a:r>
              <a:rPr b="0" sz="700">
                <a:solidFill>
                  <a:srgbClr val="525D6A"/>
                </a:solidFill>
                <a:latin typeface="Archivo"/>
              </a:rPr>
              <a:t>Workday Confidential</a:t>
            </a:r>
          </a:p>
        </p:txBody>
      </p:sp>
      <p:sp>
        <p:nvSpPr>
          <p:cNvPr id="105816" name="TextBox 105815"/>
          <p:cNvSpPr txBox="1"/>
          <p:nvPr/>
        </p:nvSpPr>
        <p:spPr>
          <a:xfrm>
            <a:off x="8412480" y="4846320"/>
            <a:ext cx="548640" cy="274320"/>
          </a:xfrm>
          <a:prstGeom prst="rect">
            <a:avLst/>
          </a:prstGeom>
          <a:noFill/>
        </p:spPr>
        <p:txBody>
          <a:bodyPr wrap="square">
            <a:spAutoFit/>
          </a:bodyPr>
          <a:lstStyle/>
          <a:p>
            <a:pPr algn="r"/>
            <a:r>
              <a:rPr b="0" sz="700">
                <a:solidFill>
                  <a:srgbClr val="525D6A"/>
                </a:solidFill>
                <a:latin typeface="Archivo"/>
              </a:rPr>
              <a:t>47</a:t>
            </a:r>
          </a:p>
        </p:txBody>
      </p:sp>
      <p:sp>
        <p:nvSpPr>
          <p:cNvPr id="105817" name="TextBox 105816"/>
          <p:cNvSpPr txBox="1"/>
          <p:nvPr/>
        </p:nvSpPr>
        <p:spPr>
          <a:xfrm>
            <a:off x="640080" y="1097280"/>
            <a:ext cx="7863840" cy="3200400"/>
          </a:xfrm>
          <a:prstGeom prst="rect">
            <a:avLst/>
          </a:prstGeom>
          <a:noFill/>
        </p:spPr>
        <p:txBody>
          <a:bodyPr wrap="square">
            <a:spAutoFit/>
          </a:bodyPr>
          <a:lstStyle/>
          <a:p>
            <a:pPr/>
            <a:r>
              <a:rPr b="1" sz="1200">
                <a:solidFill>
                  <a:srgbClr val="0F2E66"/>
                </a:solidFill>
                <a:latin typeface="Archivo"/>
              </a:rPr>
              <a:t>Governance and reporting</a:t>
            </a:r>
          </a:p>
          <a:p>
            <a:pPr lvl="1" marL="228600" indent="-182880">
              <a:spcAft>
                <a:spcPts val="600"/>
              </a:spcAft>
              <a:buFont typeface="Archivo"/>
              <a:buChar char="•"/>
            </a:pPr>
            <a:r>
              <a:rPr sz="1200">
                <a:solidFill>
                  <a:srgbClr val="0F2E66"/>
                </a:solidFill>
                <a:latin typeface="Archivo"/>
              </a:rPr>
              <a:t>No useful Workday reports for leadership pipeline health; Thrive and Excel carry progress views instead, which fragments executive narrative and invites shadow governance outside the tenant despite sensitive leadership and confidential hiring scope.</a:t>
            </a:r>
          </a:p>
          <a:p>
            <a:pPr lvl="1" marL="228600" indent="-182880">
              <a:spcAft>
                <a:spcPts val="600"/>
              </a:spcAft>
              <a:buFont typeface="Archivo"/>
              <a:buChar char="•"/>
            </a:pPr>
            <a:r>
              <a:rPr sz="1200">
                <a:solidFill>
                  <a:srgbClr val="0F2E66"/>
                </a:solidFill>
                <a:latin typeface="Archivo"/>
              </a:rPr>
              <a:t>About sixteen to seventeen percent drop before offer accept cited: process weight from ID steps, notification gaps, and slow release cycles erodes join-rate on competitive leadership roles where speed and candidate experience decide outcomes.</a:t>
            </a:r>
          </a:p>
          <a:p>
            <a:pPr lvl="1" marL="228600" indent="-182880">
              <a:spcAft>
                <a:spcPts val="600"/>
              </a:spcAft>
              <a:buFont typeface="Archivo"/>
              <a:buChar char="•"/>
            </a:pPr>
            <a:r>
              <a:rPr sz="1200">
                <a:solidFill>
                  <a:srgbClr val="0F2E66"/>
                </a:solidFill>
                <a:latin typeface="Archivo"/>
              </a:rPr>
              <a:t>"The first priority if we can work around it is um having the approvals through work… hiring managers are approving the positions on work day itself." (P3, TP India)</a:t>
            </a:r>
          </a:p>
          <a:p>
            <a:pPr/>
            <a:r>
              <a:rPr b="1" sz="1200">
                <a:solidFill>
                  <a:srgbClr val="0F2E66"/>
                </a:solidFill>
                <a:latin typeface="Archivo"/>
              </a:rPr>
              <a:t>IDs and volume</a:t>
            </a:r>
          </a:p>
          <a:p>
            <a:pPr lvl="1" marL="228600" indent="-182880">
              <a:spcAft>
                <a:spcPts val="600"/>
              </a:spcAft>
              <a:buFont typeface="Archivo"/>
              <a:buChar char="•"/>
            </a:pPr>
            <a:r>
              <a:rPr sz="1200">
                <a:solidFill>
                  <a:srgbClr val="0F2E66"/>
                </a:solidFill>
                <a:latin typeface="Archivo"/>
              </a:rPr>
              <a:t>Candidates report not receiving OTP on government-ID paths; partial mandatory gating versus soft UI behaviour creates policy versus experience mismatch that stalls offer release and frustrates recruiters chasing identity completion under deadlines.</a:t>
            </a:r>
          </a:p>
          <a:p>
            <a:pPr lvl="1" marL="228600" indent="-182880">
              <a:spcAft>
                <a:spcPts val="600"/>
              </a:spcAft>
              <a:buFont typeface="Archivo"/>
              <a:buChar char="•"/>
            </a:pPr>
            <a:r>
              <a:rPr sz="1200">
                <a:solidFill>
                  <a:srgbClr val="0F2E66"/>
                </a:solidFill>
                <a:latin typeface="Archivo"/>
              </a:rPr>
              <a:t>Roughly seven hundred applications on a single requisition with no bulk review: participant must open each application separately, which is incompatible with India volume hiring economics and crowds out time for quality conversations.</a:t>
            </a:r>
          </a:p>
          <a:p>
            <a:pPr lvl="1" marL="228600" indent="-182880">
              <a:spcAft>
                <a:spcPts val="600"/>
              </a:spcAft>
              <a:buFont typeface="Archivo"/>
              <a:buChar char="•"/>
            </a:pPr>
            <a:r>
              <a:rPr sz="1200">
                <a:solidFill>
                  <a:srgbClr val="0F2E66"/>
                </a:solidFill>
                <a:latin typeface="Archivo"/>
              </a:rPr>
              <a:t>Offer acceptance is acknowledgement-only with recruiters taking screenshots for audit and no actionable notification when candidates accept, drowning signal in thousands of generic tasks—directly feeding Recommendation 2 and 3 themes.</a:t>
            </a:r>
          </a:p>
          <a:p>
            <a:pPr/>
            <a:r>
              <a:rPr b="1" sz="1200">
                <a:solidFill>
                  <a:srgbClr val="0F2E66"/>
                </a:solidFill>
                <a:latin typeface="Archivo"/>
              </a:rPr>
              <a:t>JTBD</a:t>
            </a:r>
          </a:p>
          <a:p>
            <a:pPr lvl="1" marL="228600" indent="-182880">
              <a:spcAft>
                <a:spcPts val="600"/>
              </a:spcAft>
              <a:buFont typeface="Archivo"/>
              <a:buChar char="•"/>
            </a:pPr>
            <a:r>
              <a:rPr sz="1200">
                <a:solidFill>
                  <a:srgbClr val="0F2E66"/>
                </a:solidFill>
                <a:latin typeface="Archivo"/>
              </a:rPr>
              <a:t>When closing leadership hires under India compliance, I want mandatory ID capture, reliable OTP, and in-system approvals with notifications, so I protect join rates, reduce screenshot audits, and strengthen DPDP-aligned evidence trails.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P4 - Agent Hiring Lead, TP (India)</a:t>
            </a:r>
          </a:p>
        </p:txBody>
      </p:sp>
      <p:sp>
        <p:nvSpPr>
          <p:cNvPr id="3" name="TextBox 2"/>
          <p:cNvSpPr txBox="1"/>
          <p:nvPr/>
        </p:nvSpPr>
        <p:spPr>
          <a:xfrm>
            <a:off x="0" y="4846320"/>
            <a:ext cx="3108960" cy="274320"/>
          </a:xfrm>
          <a:prstGeom prst="rect">
            <a:avLst/>
          </a:prstGeom>
          <a:noFill/>
        </p:spPr>
        <p:txBody>
          <a:bodyPr wrap="square">
            <a:spAutoFit/>
          </a:bodyPr>
          <a:lstStyle/>
          <a:p>
            <a:pPr algn="l"/>
            <a:r>
              <a:rPr b="0" sz="700">
                <a:solidFill>
                  <a:srgbClr val="525D6A"/>
                </a:solidFill>
                <a:latin typeface="Archivo"/>
              </a:rPr>
              <a:t>Workday Confidential</a:t>
            </a:r>
          </a:p>
        </p:txBody>
      </p:sp>
      <p:sp>
        <p:nvSpPr>
          <p:cNvPr id="4" name="TextBox 3"/>
          <p:cNvSpPr txBox="1"/>
          <p:nvPr/>
        </p:nvSpPr>
        <p:spPr>
          <a:xfrm>
            <a:off x="8412480" y="4846320"/>
            <a:ext cx="548640" cy="274320"/>
          </a:xfrm>
          <a:prstGeom prst="rect">
            <a:avLst/>
          </a:prstGeom>
          <a:noFill/>
        </p:spPr>
        <p:txBody>
          <a:bodyPr wrap="square">
            <a:spAutoFit/>
          </a:bodyPr>
          <a:lstStyle/>
          <a:p>
            <a:pPr algn="r"/>
            <a:r>
              <a:rPr b="0" sz="700">
                <a:solidFill>
                  <a:srgbClr val="525D6A"/>
                </a:solidFill>
                <a:latin typeface="Archivo"/>
              </a:rPr>
              <a:t>48</a:t>
            </a:r>
          </a:p>
        </p:txBody>
      </p:sp>
      <p:sp>
        <p:nvSpPr>
          <p:cNvPr id="5" name="TextBox 4"/>
          <p:cNvSpPr txBox="1"/>
          <p:nvPr/>
        </p:nvSpPr>
        <p:spPr>
          <a:xfrm>
            <a:off x="640080" y="1097280"/>
            <a:ext cx="7863840" cy="3200400"/>
          </a:xfrm>
          <a:prstGeom prst="rect">
            <a:avLst/>
          </a:prstGeom>
          <a:noFill/>
        </p:spPr>
        <p:txBody>
          <a:bodyPr wrap="square">
            <a:spAutoFit/>
          </a:bodyPr>
          <a:lstStyle/>
          <a:p>
            <a:pPr/>
            <a:r>
              <a:rPr b="1" sz="1200">
                <a:solidFill>
                  <a:srgbClr val="0F2E66"/>
                </a:solidFill>
                <a:latin typeface="Archivo"/>
              </a:rPr>
              <a:t>Agency scale</a:t>
            </a:r>
          </a:p>
          <a:p>
            <a:pPr lvl="1" marL="228600" indent="-182880">
              <a:spcAft>
                <a:spcPts val="600"/>
              </a:spcAft>
              <a:buFont typeface="Archivo"/>
              <a:buChar char="•"/>
            </a:pPr>
            <a:r>
              <a:rPr sz="1200">
                <a:solidFill>
                  <a:srgbClr val="0F2E66"/>
                </a:solidFill>
                <a:latin typeface="Archivo"/>
              </a:rPr>
              <a:t>Three hundred to four hundred agencies with manual per-upload approval consumes full days of recruiter time at ten to twenty profiles per day each, a pure scale tax before any shortlisting or assessment work begins on the floor.</a:t>
            </a:r>
          </a:p>
          <a:p>
            <a:pPr lvl="1" marL="228600" indent="-182880">
              <a:spcAft>
                <a:spcPts val="600"/>
              </a:spcAft>
              <a:buFont typeface="Archivo"/>
              <a:buChar char="•"/>
            </a:pPr>
            <a:r>
              <a:rPr sz="1200">
                <a:solidFill>
                  <a:srgbClr val="0F2E66"/>
                </a:solidFill>
                <a:latin typeface="Archivo"/>
              </a:rPr>
              <a:t>Duplicate source attribution errors drive agency fee disputes; first-source versus last-approved logic from legacy ATS is missed in Workday, creating financial exposure and relationship conflict with high-volume vendor networks.</a:t>
            </a:r>
          </a:p>
          <a:p>
            <a:pPr lvl="1" marL="228600" indent="-182880">
              <a:spcAft>
                <a:spcPts val="600"/>
              </a:spcAft>
              <a:buFont typeface="Archivo"/>
              <a:buChar char="•"/>
            </a:pPr>
            <a:r>
              <a:rPr sz="1200">
                <a:solidFill>
                  <a:srgbClr val="0F2E66"/>
                </a:solidFill>
                <a:latin typeface="Archivo"/>
              </a:rPr>
              <a:t>End-to-end ownership for agent grades at India scale cited near one hundred hires weekly and peaks near one hundred fifty, with regional and national TP volumes framing why per-record clicks are structurally unaffordable at maturity.</a:t>
            </a:r>
          </a:p>
          <a:p>
            <a:pPr/>
            <a:r>
              <a:rPr b="1" sz="1200">
                <a:solidFill>
                  <a:srgbClr val="0F2E66"/>
                </a:solidFill>
                <a:latin typeface="Archivo"/>
              </a:rPr>
              <a:t>Offers and IDs</a:t>
            </a:r>
          </a:p>
          <a:p>
            <a:pPr lvl="1" marL="228600" indent="-182880">
              <a:spcAft>
                <a:spcPts val="600"/>
              </a:spcAft>
              <a:buFont typeface="Archivo"/>
              <a:buChar char="•"/>
            </a:pPr>
            <a:r>
              <a:rPr sz="1200">
                <a:solidFill>
                  <a:srgbClr val="0F2E66"/>
                </a:solidFill>
                <a:latin typeface="Archivo"/>
              </a:rPr>
              <a:t>Regenerate offer cannot fix compensation after accept in participant’s go-live narrative, with hundreds of correction cases; manual legal letters and offline amendments replace configurable India-flexible offer and EA lifecycle patterns.</a:t>
            </a:r>
          </a:p>
          <a:p>
            <a:pPr lvl="1" marL="228600" indent="-182880">
              <a:spcAft>
                <a:spcPts val="600"/>
              </a:spcAft>
              <a:buFont typeface="Archivo"/>
              <a:buChar char="•"/>
            </a:pPr>
            <a:r>
              <a:rPr sz="1200">
                <a:solidFill>
                  <a:srgbClr val="0F2E66"/>
                </a:solidFill>
                <a:latin typeface="Archivo"/>
              </a:rPr>
              <a:t>Mandatory ID steps still require recruiter chasing despite configuration, echoing P3 OTP friction and reinforcing that policy toggles without UX persistence do not solve India join-rate risk on competitive agent labour markets.</a:t>
            </a:r>
          </a:p>
          <a:p>
            <a:pPr/>
            <a:r>
              <a:rPr b="1" sz="1200">
                <a:solidFill>
                  <a:srgbClr val="0F2E66"/>
                </a:solidFill>
                <a:latin typeface="Archivo"/>
              </a:rPr>
              <a:t>JTBD</a:t>
            </a:r>
          </a:p>
          <a:p>
            <a:pPr lvl="1" marL="228600" indent="-182880">
              <a:spcAft>
                <a:spcPts val="600"/>
              </a:spcAft>
              <a:buFont typeface="Archivo"/>
              <a:buChar char="•"/>
            </a:pPr>
            <a:r>
              <a:rPr sz="1200">
                <a:solidFill>
                  <a:srgbClr val="0F2E66"/>
                </a:solidFill>
                <a:latin typeface="Archivo"/>
              </a:rPr>
              <a:t>When running thousands of agency applications, I want government-ID-aware dedupe and fair first-source rules with bulk-safe approvals, so I remove click-approval toil and pay agencies correctly without daily reconciliation firefights.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62359" name="Google Shape;120;p22"/>
          <p:cNvPicPr preferRelativeResize="0"/>
          <p:nvPr/>
        </p:nvPicPr>
        <p:blipFill rotWithShape="1">
          <a:blip r:embed="rId2">
            <a:alphaModFix/>
          </a:blip>
          <a:srcRect b="38102" l="0" r="0" t="0"/>
          <a:stretch/>
        </p:blipFill>
        <p:spPr>
          <a:xfrm>
            <a:off x="0" y="1"/>
            <a:ext cx="9144000" cy="5143500"/>
          </a:xfrm>
          <a:prstGeom prst="rect">
            <a:avLst/>
          </a:prstGeom>
          <a:noFill/>
          <a:ln>
            <a:noFill/>
          </a:ln>
        </p:spPr>
      </p:pic>
      <p:sp>
        <p:nvSpPr>
          <p:cNvPr id="2" name="Title 1"/>
          <p:cNvSpPr>
            <a:spLocks noGrp="1"/>
          </p:cNvSpPr>
          <p:nvPr>
            <p:ph type="title"/>
          </p:nvPr>
        </p:nvSpPr>
        <p:spPr/>
        <p:txBody>
          <a:bodyPr/>
          <a:lstStyle/>
          <a:p>
            <a:r>
              <a:t>P5 - Hiring Manager, TP (India)</a:t>
            </a:r>
          </a:p>
        </p:txBody>
      </p:sp>
      <p:sp>
        <p:nvSpPr>
          <p:cNvPr id="562360" name="TextBox 562359"/>
          <p:cNvSpPr txBox="1"/>
          <p:nvPr/>
        </p:nvSpPr>
        <p:spPr>
          <a:xfrm>
            <a:off x="0" y="4846320"/>
            <a:ext cx="3108960" cy="274320"/>
          </a:xfrm>
          <a:prstGeom prst="rect">
            <a:avLst/>
          </a:prstGeom>
          <a:noFill/>
        </p:spPr>
        <p:txBody>
          <a:bodyPr wrap="square">
            <a:spAutoFit/>
          </a:bodyPr>
          <a:lstStyle/>
          <a:p>
            <a:pPr algn="l"/>
            <a:r>
              <a:rPr b="0" sz="700">
                <a:solidFill>
                  <a:srgbClr val="525D6A"/>
                </a:solidFill>
                <a:latin typeface="Archivo"/>
              </a:rPr>
              <a:t>Workday Confidential</a:t>
            </a:r>
          </a:p>
        </p:txBody>
      </p:sp>
      <p:sp>
        <p:nvSpPr>
          <p:cNvPr id="562361" name="TextBox 562360"/>
          <p:cNvSpPr txBox="1"/>
          <p:nvPr/>
        </p:nvSpPr>
        <p:spPr>
          <a:xfrm>
            <a:off x="8412480" y="4846320"/>
            <a:ext cx="548640" cy="274320"/>
          </a:xfrm>
          <a:prstGeom prst="rect">
            <a:avLst/>
          </a:prstGeom>
          <a:noFill/>
        </p:spPr>
        <p:txBody>
          <a:bodyPr wrap="square">
            <a:spAutoFit/>
          </a:bodyPr>
          <a:lstStyle/>
          <a:p>
            <a:pPr algn="r"/>
            <a:r>
              <a:rPr b="0" sz="700">
                <a:solidFill>
                  <a:srgbClr val="525D6A"/>
                </a:solidFill>
                <a:latin typeface="Archivo"/>
              </a:rPr>
              <a:t>49</a:t>
            </a:r>
          </a:p>
        </p:txBody>
      </p:sp>
      <p:sp>
        <p:nvSpPr>
          <p:cNvPr id="562362" name="TextBox 562361"/>
          <p:cNvSpPr txBox="1"/>
          <p:nvPr/>
        </p:nvSpPr>
        <p:spPr>
          <a:xfrm>
            <a:off x="640080" y="1097280"/>
            <a:ext cx="7863840" cy="3200400"/>
          </a:xfrm>
          <a:prstGeom prst="rect">
            <a:avLst/>
          </a:prstGeom>
          <a:noFill/>
        </p:spPr>
        <p:txBody>
          <a:bodyPr wrap="square">
            <a:spAutoFit/>
          </a:bodyPr>
          <a:lstStyle/>
          <a:p>
            <a:pPr/>
            <a:r>
              <a:rPr b="1" sz="1200">
                <a:solidFill>
                  <a:srgbClr val="0F2E66"/>
                </a:solidFill>
                <a:latin typeface="Archivo"/>
              </a:rPr>
              <a:t>Peak operations</a:t>
            </a:r>
          </a:p>
          <a:p>
            <a:pPr lvl="1" marL="228600" indent="-182880">
              <a:spcAft>
                <a:spcPts val="600"/>
              </a:spcAft>
              <a:buFont typeface="Archivo"/>
              <a:buChar char="•"/>
            </a:pPr>
            <a:r>
              <a:rPr sz="1200">
                <a:solidFill>
                  <a:srgbClr val="0F2E66"/>
                </a:solidFill>
                <a:latin typeface="Archivo"/>
              </a:rPr>
              <a:t>Saturday maintenance windows clash with India six-day operations, tying platform downtime to revenue-impacting hiring peaks when sites run seven-day candidate pipelines and weekend offer releases for BPO-scale programmes.</a:t>
            </a:r>
          </a:p>
          <a:p>
            <a:pPr lvl="1" marL="228600" indent="-182880">
              <a:spcAft>
                <a:spcPts val="600"/>
              </a:spcAft>
              <a:buFont typeface="Archivo"/>
              <a:buChar char="•"/>
            </a:pPr>
            <a:r>
              <a:rPr sz="1200">
                <a:solidFill>
                  <a:srgbClr val="0F2E66"/>
                </a:solidFill>
                <a:latin typeface="Archivo"/>
              </a:rPr>
              <a:t>Duplication checks should validate on Aadhaar number, not only name, phone, and email; participant states stronger government-ID matching is needed to catch industrial-scale duplicate and impersonation patterns at weekly hiring peaks.</a:t>
            </a:r>
          </a:p>
          <a:p>
            <a:pPr lvl="1" marL="228600" indent="-182880">
              <a:spcAft>
                <a:spcPts val="600"/>
              </a:spcAft>
              <a:buFont typeface="Archivo"/>
              <a:buChar char="•"/>
            </a:pPr>
            <a:r>
              <a:rPr sz="1200">
                <a:solidFill>
                  <a:srgbClr val="0F2E66"/>
                </a:solidFill>
                <a:latin typeface="Archivo"/>
              </a:rPr>
              <a:t>"if that duplication check is done on their Aadhar number, we'll be able to identify that." (P5, TP India)</a:t>
            </a:r>
          </a:p>
          <a:p>
            <a:pPr/>
            <a:r>
              <a:rPr b="1" sz="1200">
                <a:solidFill>
                  <a:srgbClr val="0F2E66"/>
                </a:solidFill>
                <a:latin typeface="Archivo"/>
              </a:rPr>
              <a:t>Offers and governance</a:t>
            </a:r>
          </a:p>
          <a:p>
            <a:pPr lvl="1" marL="228600" indent="-182880">
              <a:spcAft>
                <a:spcPts val="600"/>
              </a:spcAft>
              <a:buFont typeface="Archivo"/>
              <a:buChar char="•"/>
            </a:pPr>
            <a:r>
              <a:rPr sz="1200">
                <a:solidFill>
                  <a:srgbClr val="0F2E66"/>
                </a:solidFill>
                <a:latin typeface="Archivo"/>
              </a:rPr>
              <a:t>One hundred to one hundred fifty offers per day with limited regenerate and no mass offer actions drives manual legal letters and cohort exceptions; India-flexible mass employment agreement and batch amend patterns are missing at peak.</a:t>
            </a:r>
          </a:p>
          <a:p>
            <a:pPr lvl="1" marL="228600" indent="-182880">
              <a:spcAft>
                <a:spcPts val="600"/>
              </a:spcAft>
              <a:buFont typeface="Archivo"/>
              <a:buChar char="•"/>
            </a:pPr>
            <a:r>
              <a:rPr sz="1200">
                <a:solidFill>
                  <a:srgbClr val="0F2E66"/>
                </a:solidFill>
                <a:latin typeface="Archivo"/>
              </a:rPr>
              <a:t>Demand still arrives via email with workforce and operations; no Workday approval workflow in use today despite product capability, aligning P5 with P2–P4 on governance outside the system during the highest-volume hiring moments.</a:t>
            </a:r>
          </a:p>
          <a:p>
            <a:pPr/>
            <a:r>
              <a:rPr b="1" sz="1200">
                <a:solidFill>
                  <a:srgbClr val="0F2E66"/>
                </a:solidFill>
                <a:latin typeface="Archivo"/>
              </a:rPr>
              <a:t>JTBD</a:t>
            </a:r>
          </a:p>
          <a:p>
            <a:pPr lvl="1" marL="228600" indent="-182880">
              <a:spcAft>
                <a:spcPts val="600"/>
              </a:spcAft>
              <a:buFont typeface="Archivo"/>
              <a:buChar char="•"/>
            </a:pPr>
            <a:r>
              <a:rPr sz="1200">
                <a:solidFill>
                  <a:srgbClr val="0F2E66"/>
                </a:solidFill>
                <a:latin typeface="Archivo"/>
              </a:rPr>
              <a:t>When hiring thousands weekly across sites, I want resilient onboarding IDs and scalable offer amendments inside the system, so peaks do not create revenue leakage, compliance risk, or weekend maintenance collisions with live hiring.</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03485" name="Google Shape;65;p17"/>
          <p:cNvPicPr preferRelativeResize="0"/>
          <p:nvPr/>
        </p:nvPicPr>
        <p:blipFill rotWithShape="1">
          <a:blip r:embed="rId2">
            <a:alphaModFix/>
          </a:blip>
          <a:srcRect b="0" l="4364" r="70596" t="0"/>
          <a:stretch/>
        </p:blipFill>
        <p:spPr>
          <a:xfrm>
            <a:off x="-1" y="-2286"/>
            <a:ext cx="2508653" cy="5148072"/>
          </a:xfrm>
          <a:prstGeom prst="rect">
            <a:avLst/>
          </a:prstGeom>
          <a:noFill/>
          <a:ln>
            <a:noFill/>
          </a:ln>
        </p:spPr>
      </p:pic>
      <p:sp>
        <p:nvSpPr>
          <p:cNvPr id="603486" name="TextBox 603485"/>
          <p:cNvSpPr txBox="1"/>
          <p:nvPr/>
        </p:nvSpPr>
        <p:spPr>
          <a:xfrm>
            <a:off x="0" y="4846320"/>
            <a:ext cx="3108960" cy="274320"/>
          </a:xfrm>
          <a:prstGeom prst="rect">
            <a:avLst/>
          </a:prstGeom>
          <a:noFill/>
        </p:spPr>
        <p:txBody>
          <a:bodyPr wrap="square">
            <a:spAutoFit/>
          </a:bodyPr>
          <a:lstStyle/>
          <a:p>
            <a:pPr algn="l"/>
            <a:r>
              <a:rPr b="0" sz="700">
                <a:solidFill>
                  <a:srgbClr val="525D6A"/>
                </a:solidFill>
                <a:latin typeface="Archivo"/>
              </a:rPr>
              <a:t>Workday Confidential</a:t>
            </a:r>
          </a:p>
        </p:txBody>
      </p:sp>
      <p:sp>
        <p:nvSpPr>
          <p:cNvPr id="603487" name="TextBox 603486"/>
          <p:cNvSpPr txBox="1"/>
          <p:nvPr/>
        </p:nvSpPr>
        <p:spPr>
          <a:xfrm>
            <a:off x="8412480" y="4846320"/>
            <a:ext cx="548640" cy="274320"/>
          </a:xfrm>
          <a:prstGeom prst="rect">
            <a:avLst/>
          </a:prstGeom>
          <a:noFill/>
        </p:spPr>
        <p:txBody>
          <a:bodyPr wrap="square">
            <a:spAutoFit/>
          </a:bodyPr>
          <a:lstStyle/>
          <a:p>
            <a:pPr algn="r"/>
            <a:r>
              <a:rPr b="0" sz="700">
                <a:solidFill>
                  <a:srgbClr val="525D6A"/>
                </a:solidFill>
                <a:latin typeface="Archivo"/>
              </a:rPr>
              <a:t>50</a:t>
            </a:r>
          </a:p>
        </p:txBody>
      </p:sp>
      <p:sp>
        <p:nvSpPr>
          <p:cNvPr id="603488" name="TextBox 603487"/>
          <p:cNvSpPr txBox="1"/>
          <p:nvPr/>
        </p:nvSpPr>
        <p:spPr>
          <a:xfrm>
            <a:off x="3017520" y="1371600"/>
            <a:ext cx="5120640" cy="2011680"/>
          </a:xfrm>
          <a:prstGeom prst="rect">
            <a:avLst/>
          </a:prstGeom>
          <a:noFill/>
        </p:spPr>
        <p:txBody>
          <a:bodyPr wrap="square">
            <a:spAutoFit/>
          </a:bodyPr>
          <a:lstStyle/>
          <a:p>
            <a:r>
              <a:rPr sz="1200">
                <a:solidFill>
                  <a:srgbClr val="0F2E66"/>
                </a:solidFill>
                <a:latin typeface="Archivo"/>
              </a:rPr>
              <a:t>S E C T I O N  1 1
Thematic analysis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Validated Themes 1-2 (Trust and Scale)</a:t>
            </a:r>
          </a:p>
        </p:txBody>
      </p:sp>
      <p:sp>
        <p:nvSpPr>
          <p:cNvPr id="3" name="TextBox 2"/>
          <p:cNvSpPr txBox="1"/>
          <p:nvPr/>
        </p:nvSpPr>
        <p:spPr>
          <a:xfrm>
            <a:off x="0" y="4846320"/>
            <a:ext cx="3108960" cy="274320"/>
          </a:xfrm>
          <a:prstGeom prst="rect">
            <a:avLst/>
          </a:prstGeom>
          <a:noFill/>
        </p:spPr>
        <p:txBody>
          <a:bodyPr wrap="square">
            <a:spAutoFit/>
          </a:bodyPr>
          <a:lstStyle/>
          <a:p>
            <a:pPr algn="l"/>
            <a:r>
              <a:rPr b="0" sz="700">
                <a:solidFill>
                  <a:srgbClr val="525D6A"/>
                </a:solidFill>
                <a:latin typeface="Archivo"/>
              </a:rPr>
              <a:t>Workday Confidential</a:t>
            </a:r>
          </a:p>
        </p:txBody>
      </p:sp>
      <p:sp>
        <p:nvSpPr>
          <p:cNvPr id="4" name="TextBox 3"/>
          <p:cNvSpPr txBox="1"/>
          <p:nvPr/>
        </p:nvSpPr>
        <p:spPr>
          <a:xfrm>
            <a:off x="8412480" y="4846320"/>
            <a:ext cx="548640" cy="274320"/>
          </a:xfrm>
          <a:prstGeom prst="rect">
            <a:avLst/>
          </a:prstGeom>
          <a:noFill/>
        </p:spPr>
        <p:txBody>
          <a:bodyPr wrap="square">
            <a:spAutoFit/>
          </a:bodyPr>
          <a:lstStyle/>
          <a:p>
            <a:pPr algn="r"/>
            <a:r>
              <a:rPr b="0" sz="700">
                <a:solidFill>
                  <a:srgbClr val="525D6A"/>
                </a:solidFill>
                <a:latin typeface="Archivo"/>
              </a:rPr>
              <a:t>51</a:t>
            </a:r>
          </a:p>
        </p:txBody>
      </p:sp>
      <p:sp>
        <p:nvSpPr>
          <p:cNvPr id="5" name="TextBox 4"/>
          <p:cNvSpPr txBox="1"/>
          <p:nvPr/>
        </p:nvSpPr>
        <p:spPr>
          <a:xfrm>
            <a:off x="640080" y="1097280"/>
            <a:ext cx="7863840" cy="2743200"/>
          </a:xfrm>
          <a:prstGeom prst="rect">
            <a:avLst/>
          </a:prstGeom>
          <a:noFill/>
        </p:spPr>
        <p:txBody>
          <a:bodyPr wrap="square">
            <a:spAutoFit/>
          </a:bodyPr>
          <a:lstStyle/>
          <a:p>
            <a:pPr/>
            <a:r>
              <a:rPr b="1" sz="1200">
                <a:solidFill>
                  <a:srgbClr val="0F2E66"/>
                </a:solidFill>
                <a:latin typeface="Archivo"/>
              </a:rPr>
              <a:t>Know Your Candidate</a:t>
            </a:r>
          </a:p>
          <a:p>
            <a:pPr lvl="1" marL="228600" indent="-182880">
              <a:spcAft>
                <a:spcPts val="600"/>
              </a:spcAft>
              <a:buFont typeface="Archivo"/>
              <a:buChar char="•"/>
            </a:pPr>
            <a:r>
              <a:rPr sz="1200">
                <a:solidFill>
                  <a:srgbClr val="0F2E66"/>
                </a:solidFill>
                <a:latin typeface="Archivo"/>
              </a:rPr>
              <a:t>P5 demands Aadhaar-class dedupe; SME1 and SME4 narratives cite impersonation and resume fraud at roughly one hundred thousand resumes monthly—trust chain is revenue and compliance, not only fraud tooling.</a:t>
            </a:r>
          </a:p>
          <a:p>
            <a:pPr lvl="1" marL="228600" indent="-182880">
              <a:spcAft>
                <a:spcPts val="600"/>
              </a:spcAft>
              <a:buFont typeface="Archivo"/>
              <a:buChar char="•"/>
            </a:pPr>
            <a:r>
              <a:rPr sz="1200">
                <a:solidFill>
                  <a:srgbClr val="0F2E66"/>
                </a:solidFill>
                <a:latin typeface="Archivo"/>
              </a:rPr>
              <a:t>Business impact: fee disputes, BGC reopen risk, and executive distrust when identity and career-site edits lack audit trails or recruiter-visible risk flags tied to verification vendors.</a:t>
            </a:r>
          </a:p>
          <a:p>
            <a:pPr lvl="1" marL="228600" indent="-182880">
              <a:spcAft>
                <a:spcPts val="600"/>
              </a:spcAft>
              <a:buFont typeface="Archivo"/>
              <a:buChar char="•"/>
            </a:pPr>
            <a:r>
              <a:rPr sz="1200">
                <a:solidFill>
                  <a:srgbClr val="0F2E66"/>
                </a:solidFill>
                <a:latin typeface="Archivo"/>
              </a:rPr>
              <a:t>Product direction: government-ID-aware UDMF with legal minimisation on native UIDAI claims, interview-stage assurance patterns, and audited external PII change tracking aligned to DPDP accountability narratives.</a:t>
            </a:r>
          </a:p>
          <a:p>
            <a:pPr/>
            <a:r>
              <a:rPr b="1" sz="1200">
                <a:solidFill>
                  <a:srgbClr val="0F2E66"/>
                </a:solidFill>
                <a:latin typeface="Archivo"/>
              </a:rPr>
              <a:t>Industrial operations</a:t>
            </a:r>
          </a:p>
          <a:p>
            <a:pPr lvl="1" marL="228600" indent="-182880">
              <a:spcAft>
                <a:spcPts val="600"/>
              </a:spcAft>
              <a:buFont typeface="Archivo"/>
              <a:buChar char="•"/>
            </a:pPr>
            <a:r>
              <a:rPr sz="1200">
                <a:solidFill>
                  <a:srgbClr val="0F2E66"/>
                </a:solidFill>
                <a:latin typeface="Archivo"/>
              </a:rPr>
              <a:t>P4 cites full-day vendor upload approvals; SME5 cites roughly two hundred thousand duplicates and auto-merge limited to two records—industrial India volume breaks per-record UX without bulk and policy.</a:t>
            </a:r>
          </a:p>
          <a:p>
            <a:pPr lvl="1" marL="228600" indent="-182880">
              <a:spcAft>
                <a:spcPts val="600"/>
              </a:spcAft>
              <a:buFont typeface="Archivo"/>
              <a:buChar char="•"/>
            </a:pPr>
            <a:r>
              <a:rPr sz="1200">
                <a:solidFill>
                  <a:srgbClr val="0F2E66"/>
                </a:solidFill>
                <a:latin typeface="Archivo"/>
              </a:rPr>
              <a:t>Business impact: manual scale spawns shadow spreadsheets, agency conflict, and recruiter burnout before shortlisting; competitive mid-market vendors weaponise speed narratives in RFP bake-offs.</a:t>
            </a:r>
          </a:p>
          <a:p>
            <a:pPr lvl="1" marL="228600" indent="-182880">
              <a:spcAft>
                <a:spcPts val="600"/>
              </a:spcAft>
              <a:buFont typeface="Archivo"/>
              <a:buChar char="•"/>
            </a:pPr>
            <a:r>
              <a:rPr sz="1200">
                <a:solidFill>
                  <a:srgbClr val="0F2E66"/>
                </a:solidFill>
                <a:latin typeface="Archivo"/>
              </a:rPr>
              <a:t>Product direction: bulk-safe vendor rules, multi-way merge policy, DNH auto-disposition, and mass actions that preserve rehire and compliance constraints rather than Extend-only snowflakes.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36407" name="Google Shape;120;p22"/>
          <p:cNvPicPr preferRelativeResize="0"/>
          <p:nvPr/>
        </p:nvPicPr>
        <p:blipFill rotWithShape="1">
          <a:blip r:embed="rId2">
            <a:alphaModFix/>
          </a:blip>
          <a:srcRect b="38102" l="0" r="0" t="0"/>
          <a:stretch/>
        </p:blipFill>
        <p:spPr>
          <a:xfrm>
            <a:off x="0" y="1"/>
            <a:ext cx="9144000" cy="5143500"/>
          </a:xfrm>
          <a:prstGeom prst="rect">
            <a:avLst/>
          </a:prstGeom>
          <a:noFill/>
          <a:ln>
            <a:noFill/>
          </a:ln>
        </p:spPr>
      </p:pic>
      <p:sp>
        <p:nvSpPr>
          <p:cNvPr id="2" name="Title 1"/>
          <p:cNvSpPr>
            <a:spLocks noGrp="1"/>
          </p:cNvSpPr>
          <p:nvPr>
            <p:ph type="title"/>
          </p:nvPr>
        </p:nvSpPr>
        <p:spPr/>
        <p:txBody>
          <a:bodyPr/>
          <a:lstStyle/>
          <a:p>
            <a:r>
              <a:t>Validated Themes 3-4 (India HR Reality)</a:t>
            </a:r>
          </a:p>
        </p:txBody>
      </p:sp>
      <p:sp>
        <p:nvSpPr>
          <p:cNvPr id="536408" name="TextBox 536407"/>
          <p:cNvSpPr txBox="1"/>
          <p:nvPr/>
        </p:nvSpPr>
        <p:spPr>
          <a:xfrm>
            <a:off x="0" y="4846320"/>
            <a:ext cx="3108960" cy="274320"/>
          </a:xfrm>
          <a:prstGeom prst="rect">
            <a:avLst/>
          </a:prstGeom>
          <a:noFill/>
        </p:spPr>
        <p:txBody>
          <a:bodyPr wrap="square">
            <a:spAutoFit/>
          </a:bodyPr>
          <a:lstStyle/>
          <a:p>
            <a:pPr algn="l"/>
            <a:r>
              <a:rPr b="0" sz="700">
                <a:solidFill>
                  <a:srgbClr val="525D6A"/>
                </a:solidFill>
                <a:latin typeface="Archivo"/>
              </a:rPr>
              <a:t>Workday Confidential</a:t>
            </a:r>
          </a:p>
        </p:txBody>
      </p:sp>
      <p:sp>
        <p:nvSpPr>
          <p:cNvPr id="536409" name="TextBox 536408"/>
          <p:cNvSpPr txBox="1"/>
          <p:nvPr/>
        </p:nvSpPr>
        <p:spPr>
          <a:xfrm>
            <a:off x="8412480" y="4846320"/>
            <a:ext cx="548640" cy="274320"/>
          </a:xfrm>
          <a:prstGeom prst="rect">
            <a:avLst/>
          </a:prstGeom>
          <a:noFill/>
        </p:spPr>
        <p:txBody>
          <a:bodyPr wrap="square">
            <a:spAutoFit/>
          </a:bodyPr>
          <a:lstStyle/>
          <a:p>
            <a:pPr algn="r"/>
            <a:r>
              <a:rPr b="0" sz="700">
                <a:solidFill>
                  <a:srgbClr val="525D6A"/>
                </a:solidFill>
                <a:latin typeface="Archivo"/>
              </a:rPr>
              <a:t>52</a:t>
            </a:r>
          </a:p>
        </p:txBody>
      </p:sp>
      <p:sp>
        <p:nvSpPr>
          <p:cNvPr id="536410" name="TextBox 536409"/>
          <p:cNvSpPr txBox="1"/>
          <p:nvPr/>
        </p:nvSpPr>
        <p:spPr>
          <a:xfrm>
            <a:off x="640080" y="1097280"/>
            <a:ext cx="7863840" cy="2743200"/>
          </a:xfrm>
          <a:prstGeom prst="rect">
            <a:avLst/>
          </a:prstGeom>
          <a:noFill/>
        </p:spPr>
        <p:txBody>
          <a:bodyPr wrap="square">
            <a:spAutoFit/>
          </a:bodyPr>
          <a:lstStyle/>
          <a:p>
            <a:pPr/>
            <a:r>
              <a:rPr b="1" sz="1200">
                <a:solidFill>
                  <a:srgbClr val="0F2E66"/>
                </a:solidFill>
                <a:latin typeface="Archivo"/>
              </a:rPr>
              <a:t>Offer and BGC flexibility</a:t>
            </a:r>
          </a:p>
          <a:p>
            <a:pPr lvl="1" marL="228600" indent="-182880">
              <a:spcAft>
                <a:spcPts val="600"/>
              </a:spcAft>
              <a:buFont typeface="Archivo"/>
              <a:buChar char="•"/>
            </a:pPr>
            <a:r>
              <a:rPr sz="1200">
                <a:solidFill>
                  <a:srgbClr val="0F2E66"/>
                </a:solidFill>
                <a:latin typeface="Archivo"/>
              </a:rPr>
              <a:t>SMEs and customers cite two-document offers, post-hire compensation or date changes, BGC reinitiate, and regenerate limits that US templates treat as final—India implementations need configurable progression, not cloned US rigidity.</a:t>
            </a:r>
          </a:p>
          <a:p>
            <a:pPr lvl="1" marL="228600" indent="-182880">
              <a:spcAft>
                <a:spcPts val="600"/>
              </a:spcAft>
              <a:buFont typeface="Archivo"/>
              <a:buChar char="•"/>
            </a:pPr>
            <a:r>
              <a:rPr sz="1200">
                <a:solidFill>
                  <a:srgbClr val="0F2E66"/>
                </a:solidFill>
                <a:latin typeface="Archivo"/>
              </a:rPr>
              <a:t>Business impact: join-rate loss when offer release is slow or onerous; hundreds of compensation correction cases cited at go-live when regenerate cannot fix post-accept changes.</a:t>
            </a:r>
          </a:p>
          <a:p>
            <a:pPr lvl="1" marL="228600" indent="-182880">
              <a:spcAft>
                <a:spcPts val="600"/>
              </a:spcAft>
              <a:buFont typeface="Archivo"/>
              <a:buChar char="•"/>
            </a:pPr>
            <a:r>
              <a:rPr sz="1200">
                <a:solidFill>
                  <a:srgbClr val="0F2E66"/>
                </a:solidFill>
                <a:latin typeface="Archivo"/>
              </a:rPr>
              <a:t>Product direction: controlled regenerate for compensation and dates, batch cohort amend, richer pre-vendor BGC payload, and async outcomes with operator UX for reopening stages.</a:t>
            </a:r>
          </a:p>
          <a:p>
            <a:pPr/>
            <a:r>
              <a:rPr b="1" sz="1200">
                <a:solidFill>
                  <a:srgbClr val="0F2E66"/>
                </a:solidFill>
                <a:latin typeface="Archivo"/>
              </a:rPr>
              <a:t>Governance in system of record</a:t>
            </a:r>
          </a:p>
          <a:p>
            <a:pPr lvl="1" marL="228600" indent="-182880">
              <a:spcAft>
                <a:spcPts val="600"/>
              </a:spcAft>
              <a:buFont typeface="Archivo"/>
              <a:buChar char="•"/>
            </a:pPr>
            <a:r>
              <a:rPr sz="1200">
                <a:solidFill>
                  <a:srgbClr val="0F2E66"/>
                </a:solidFill>
                <a:latin typeface="Archivo"/>
              </a:rPr>
              <a:t>P3 and P5 describe approvals outside Workday with screenshot audits on acceptance; all five customers signal email-parallel governance while reqs and offers execute in the tenant without first-class approval chains.</a:t>
            </a:r>
          </a:p>
          <a:p>
            <a:pPr lvl="1" marL="228600" indent="-182880">
              <a:spcAft>
                <a:spcPts val="600"/>
              </a:spcAft>
              <a:buFont typeface="Archivo"/>
              <a:buChar char="•"/>
            </a:pPr>
            <a:r>
              <a:rPr sz="1200">
                <a:solidFill>
                  <a:srgbClr val="0F2E66"/>
                </a:solidFill>
                <a:latin typeface="Archivo"/>
              </a:rPr>
              <a:t>Business impact: weak in-product visibility invites Excel and Thrive workarounds, slows cycle time, and weakens DPDP purpose-limitation and evidence stories for leadership and auditors.</a:t>
            </a:r>
          </a:p>
          <a:p>
            <a:pPr lvl="1" marL="228600" indent="-182880">
              <a:spcAft>
                <a:spcPts val="600"/>
              </a:spcAft>
              <a:buFont typeface="Archivo"/>
              <a:buChar char="•"/>
            </a:pPr>
            <a:r>
              <a:rPr sz="1200">
                <a:solidFill>
                  <a:srgbClr val="0F2E66"/>
                </a:solidFill>
                <a:latin typeface="Archivo"/>
              </a:rPr>
              <a:t>Product direction: stage-wise requisition and offer approvals with attachments, role-scoped dashboards, acceptance notifications, and reduced generic task floods in recruiter inboxes.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Validated Themes 5-6 (Channels and Funnel)</a:t>
            </a:r>
          </a:p>
        </p:txBody>
      </p:sp>
      <p:sp>
        <p:nvSpPr>
          <p:cNvPr id="3" name="TextBox 2"/>
          <p:cNvSpPr txBox="1"/>
          <p:nvPr/>
        </p:nvSpPr>
        <p:spPr>
          <a:xfrm>
            <a:off x="0" y="4846320"/>
            <a:ext cx="3108960" cy="274320"/>
          </a:xfrm>
          <a:prstGeom prst="rect">
            <a:avLst/>
          </a:prstGeom>
          <a:noFill/>
        </p:spPr>
        <p:txBody>
          <a:bodyPr wrap="square">
            <a:spAutoFit/>
          </a:bodyPr>
          <a:lstStyle/>
          <a:p>
            <a:pPr algn="l"/>
            <a:r>
              <a:rPr b="0" sz="700">
                <a:solidFill>
                  <a:srgbClr val="525D6A"/>
                </a:solidFill>
                <a:latin typeface="Archivo"/>
              </a:rPr>
              <a:t>Workday Confidential</a:t>
            </a:r>
          </a:p>
        </p:txBody>
      </p:sp>
      <p:sp>
        <p:nvSpPr>
          <p:cNvPr id="4" name="TextBox 3"/>
          <p:cNvSpPr txBox="1"/>
          <p:nvPr/>
        </p:nvSpPr>
        <p:spPr>
          <a:xfrm>
            <a:off x="8412480" y="4846320"/>
            <a:ext cx="548640" cy="274320"/>
          </a:xfrm>
          <a:prstGeom prst="rect">
            <a:avLst/>
          </a:prstGeom>
          <a:noFill/>
        </p:spPr>
        <p:txBody>
          <a:bodyPr wrap="square">
            <a:spAutoFit/>
          </a:bodyPr>
          <a:lstStyle/>
          <a:p>
            <a:pPr algn="r"/>
            <a:r>
              <a:rPr b="0" sz="700">
                <a:solidFill>
                  <a:srgbClr val="525D6A"/>
                </a:solidFill>
                <a:latin typeface="Archivo"/>
              </a:rPr>
              <a:t>53</a:t>
            </a:r>
          </a:p>
        </p:txBody>
      </p:sp>
      <p:sp>
        <p:nvSpPr>
          <p:cNvPr id="5" name="TextBox 4"/>
          <p:cNvSpPr txBox="1"/>
          <p:nvPr/>
        </p:nvSpPr>
        <p:spPr>
          <a:xfrm>
            <a:off x="640080" y="1097280"/>
            <a:ext cx="7863840" cy="2743200"/>
          </a:xfrm>
          <a:prstGeom prst="rect">
            <a:avLst/>
          </a:prstGeom>
          <a:noFill/>
        </p:spPr>
        <p:txBody>
          <a:bodyPr wrap="square">
            <a:spAutoFit/>
          </a:bodyPr>
          <a:lstStyle/>
          <a:p>
            <a:pPr/>
            <a:r>
              <a:rPr b="1" sz="1200">
                <a:solidFill>
                  <a:srgbClr val="0F2E66"/>
                </a:solidFill>
                <a:latin typeface="Archivo"/>
              </a:rPr>
              <a:t>Channels and consent</a:t>
            </a:r>
          </a:p>
          <a:p>
            <a:pPr lvl="1" marL="228600" indent="-182880">
              <a:spcAft>
                <a:spcPts val="600"/>
              </a:spcAft>
              <a:buFont typeface="Archivo"/>
              <a:buChar char="•"/>
            </a:pPr>
            <a:r>
              <a:rPr sz="1200">
                <a:solidFill>
                  <a:srgbClr val="0F2E66"/>
                </a:solidFill>
                <a:latin typeface="Archivo"/>
              </a:rPr>
              <a:t>WhatsApp is socially default; competitive matrix lists native WhatsApp and plus-nine-one SMS as true gaps versus Zoho, PeopleStrong, and iCIMS Frontline AI omnichannel bars in India RFPs.</a:t>
            </a:r>
          </a:p>
          <a:p>
            <a:pPr lvl="1" marL="228600" indent="-182880">
              <a:spcAft>
                <a:spcPts val="600"/>
              </a:spcAft>
              <a:buFont typeface="Archivo"/>
              <a:buChar char="•"/>
            </a:pPr>
            <a:r>
              <a:rPr sz="1200">
                <a:solidFill>
                  <a:srgbClr val="0F2E66"/>
                </a:solidFill>
                <a:latin typeface="Archivo"/>
              </a:rPr>
              <a:t>Santosh synthesis notes EU-style marketing opt-in can starve reach at India volumes; tenant-configurable consent models need legal sign-off before product commitment.</a:t>
            </a:r>
          </a:p>
          <a:p>
            <a:pPr lvl="1" marL="228600" indent="-182880">
              <a:spcAft>
                <a:spcPts val="600"/>
              </a:spcAft>
              <a:buFont typeface="Archivo"/>
              <a:buChar char="•"/>
            </a:pPr>
            <a:r>
              <a:rPr sz="1200">
                <a:solidFill>
                  <a:srgbClr val="0F2E66"/>
                </a:solidFill>
                <a:latin typeface="Archivo"/>
              </a:rPr>
              <a:t>Product direction: CPaaS plus Studio SMS and Paradox WhatsApp reference architectures with consent, logging, opt-out, and honest GTM—avoid false native parity claims in demos or battle cards.</a:t>
            </a:r>
          </a:p>
          <a:p>
            <a:pPr/>
            <a:r>
              <a:rPr b="1" sz="1200">
                <a:solidFill>
                  <a:srgbClr val="0F2E66"/>
                </a:solidFill>
                <a:latin typeface="Archivo"/>
              </a:rPr>
              <a:t>Throughput and screening</a:t>
            </a:r>
          </a:p>
          <a:p>
            <a:pPr lvl="1" marL="228600" indent="-182880">
              <a:spcAft>
                <a:spcPts val="600"/>
              </a:spcAft>
              <a:buFont typeface="Archivo"/>
              <a:buChar char="•"/>
            </a:pPr>
            <a:r>
              <a:rPr sz="1200">
                <a:solidFill>
                  <a:srgbClr val="0F2E66"/>
                </a:solidFill>
                <a:latin typeface="Archivo"/>
              </a:rPr>
              <a:t>P3 cannot parse from major boards; optional resume inflates review cost; roughly seven hundred applications per req with one-by-one opens is economically impossible at India hiring peaks.</a:t>
            </a:r>
          </a:p>
          <a:p>
            <a:pPr lvl="1" marL="228600" indent="-182880">
              <a:spcAft>
                <a:spcPts val="600"/>
              </a:spcAft>
              <a:buFont typeface="Archivo"/>
              <a:buChar char="•"/>
            </a:pPr>
            <a:r>
              <a:rPr sz="1200">
                <a:solidFill>
                  <a:srgbClr val="0F2E66"/>
                </a:solidFill>
                <a:latin typeface="Archivo"/>
              </a:rPr>
              <a:t>SME1 and SME5 emphasise fraud detection and pattern signals at extreme volumes; shallow GenAI pilots elsewhere reinforce governed automation positioning over undifferentiated AI demos.</a:t>
            </a:r>
          </a:p>
          <a:p>
            <a:pPr lvl="1" marL="228600" indent="-182880">
              <a:spcAft>
                <a:spcPts val="600"/>
              </a:spcAft>
              <a:buFont typeface="Archivo"/>
              <a:buChar char="•"/>
            </a:pPr>
            <a:r>
              <a:rPr sz="1200">
                <a:solidFill>
                  <a:srgbClr val="0F2E66"/>
                </a:solidFill>
                <a:latin typeface="Archivo"/>
              </a:rPr>
              <a:t>Product direction: bulk disposition, mandatory resume where customers choose, HiredScore activation with explainability and human review defaults aligned to EU AI Act and DPDP narratives.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Cross-Source Validation Matrix</a:t>
            </a:r>
          </a:p>
        </p:txBody>
      </p:sp>
      <p:sp>
        <p:nvSpPr>
          <p:cNvPr id="3" name="TextBox 2"/>
          <p:cNvSpPr txBox="1"/>
          <p:nvPr/>
        </p:nvSpPr>
        <p:spPr>
          <a:xfrm>
            <a:off x="0" y="4846320"/>
            <a:ext cx="3108960" cy="274320"/>
          </a:xfrm>
          <a:prstGeom prst="rect">
            <a:avLst/>
          </a:prstGeom>
          <a:noFill/>
        </p:spPr>
        <p:txBody>
          <a:bodyPr wrap="square">
            <a:spAutoFit/>
          </a:bodyPr>
          <a:lstStyle/>
          <a:p>
            <a:pPr algn="l"/>
            <a:r>
              <a:rPr b="0" sz="700">
                <a:solidFill>
                  <a:srgbClr val="525D6A"/>
                </a:solidFill>
                <a:latin typeface="Archivo"/>
              </a:rPr>
              <a:t>Workday Confidential</a:t>
            </a:r>
          </a:p>
        </p:txBody>
      </p:sp>
      <p:sp>
        <p:nvSpPr>
          <p:cNvPr id="4" name="TextBox 3"/>
          <p:cNvSpPr txBox="1"/>
          <p:nvPr/>
        </p:nvSpPr>
        <p:spPr>
          <a:xfrm>
            <a:off x="8412480" y="4846320"/>
            <a:ext cx="548640" cy="274320"/>
          </a:xfrm>
          <a:prstGeom prst="rect">
            <a:avLst/>
          </a:prstGeom>
          <a:noFill/>
        </p:spPr>
        <p:txBody>
          <a:bodyPr wrap="square">
            <a:spAutoFit/>
          </a:bodyPr>
          <a:lstStyle/>
          <a:p>
            <a:pPr algn="r"/>
            <a:r>
              <a:rPr b="0" sz="700">
                <a:solidFill>
                  <a:srgbClr val="525D6A"/>
                </a:solidFill>
                <a:latin typeface="Archivo"/>
              </a:rPr>
              <a:t>54</a:t>
            </a:r>
          </a:p>
        </p:txBody>
      </p:sp>
      <p:graphicFrame>
        <p:nvGraphicFramePr>
          <p:cNvPr id="5" name="Table 4"/>
          <p:cNvGraphicFramePr>
            <a:graphicFrameLocks noGrp="1"/>
          </p:cNvGraphicFramePr>
          <p:nvPr/>
        </p:nvGraphicFramePr>
        <p:xfrm>
          <a:off x="228600" y="960120"/>
          <a:ext cx="8686800" cy="2743200"/>
        </p:xfrm>
        <a:graphic>
          <a:graphicData uri="http://schemas.openxmlformats.org/drawingml/2006/table">
            <a:tbl>
              <a:tblPr firstRow="1" bandRow="1">
                <a:tableStyleId>{5C22544A-7EE6-4342-B048-85BDC9FD1C3A}</a:tableStyleId>
              </a:tblPr>
              <a:tblGrid>
                <a:gridCol w="1240971"/>
                <a:gridCol w="1240971"/>
                <a:gridCol w="1240971"/>
                <a:gridCol w="1240971"/>
                <a:gridCol w="1240971"/>
                <a:gridCol w="1240971"/>
                <a:gridCol w="1240974"/>
              </a:tblGrid>
              <a:tr h="391885">
                <a:tc>
                  <a:txBody>
                    <a:bodyPr/>
                    <a:lstStyle/>
                    <a:p>
                      <a:r>
                        <a:rPr sz="700" b="1">
                          <a:solidFill>
                            <a:srgbClr val="FFFFFF"/>
                          </a:solidFill>
                        </a:rPr>
                        <a:t>Theme</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solidFill>
                      <a:srgbClr val="0F2E66"/>
                    </a:solidFill>
                  </a:tcPr>
                </a:tc>
                <a:tc>
                  <a:txBody>
                    <a:bodyPr/>
                    <a:lstStyle/>
                    <a:p>
                      <a:r>
                        <a:rPr sz="700" b="1">
                          <a:solidFill>
                            <a:srgbClr val="FFFFFF"/>
                          </a:solidFill>
                        </a:rPr>
                        <a:t>Strategy</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solidFill>
                      <a:srgbClr val="0F2E66"/>
                    </a:solidFill>
                  </a:tcPr>
                </a:tc>
                <a:tc>
                  <a:txBody>
                    <a:bodyPr/>
                    <a:lstStyle/>
                    <a:p>
                      <a:r>
                        <a:rPr sz="700" b="1">
                          <a:solidFill>
                            <a:srgbClr val="FFFFFF"/>
                          </a:solidFill>
                        </a:rPr>
                        <a:t>PESTEL</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solidFill>
                      <a:srgbClr val="0F2E66"/>
                    </a:solidFill>
                  </a:tcPr>
                </a:tc>
                <a:tc>
                  <a:txBody>
                    <a:bodyPr/>
                    <a:lstStyle/>
                    <a:p>
                      <a:r>
                        <a:rPr sz="700" b="1">
                          <a:solidFill>
                            <a:srgbClr val="FFFFFF"/>
                          </a:solidFill>
                        </a:rPr>
                        <a:t>SWOT</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solidFill>
                      <a:srgbClr val="0F2E66"/>
                    </a:solidFill>
                  </a:tcPr>
                </a:tc>
                <a:tc>
                  <a:txBody>
                    <a:bodyPr/>
                    <a:lstStyle/>
                    <a:p>
                      <a:r>
                        <a:rPr sz="700" b="1">
                          <a:solidFill>
                            <a:srgbClr val="FFFFFF"/>
                          </a:solidFill>
                        </a:rPr>
                        <a:t>CI</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solidFill>
                      <a:srgbClr val="0F2E66"/>
                    </a:solidFill>
                  </a:tcPr>
                </a:tc>
                <a:tc>
                  <a:txBody>
                    <a:bodyPr/>
                    <a:lstStyle/>
                    <a:p>
                      <a:r>
                        <a:rPr sz="700" b="1">
                          <a:solidFill>
                            <a:srgbClr val="FFFFFF"/>
                          </a:solidFill>
                        </a:rPr>
                        <a:t>SME</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solidFill>
                      <a:srgbClr val="0F2E66"/>
                    </a:solidFill>
                  </a:tcPr>
                </a:tc>
                <a:tc>
                  <a:txBody>
                    <a:bodyPr/>
                    <a:lstStyle/>
                    <a:p>
                      <a:r>
                        <a:rPr sz="700" b="1">
                          <a:solidFill>
                            <a:srgbClr val="FFFFFF"/>
                          </a:solidFill>
                        </a:rPr>
                        <a:t>Customer</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solidFill>
                      <a:srgbClr val="0F2E66"/>
                    </a:solidFill>
                  </a:tcPr>
                </a:tc>
              </a:tr>
              <a:tr h="391885">
                <a:tc>
                  <a:txBody>
                    <a:bodyPr/>
                    <a:lstStyle/>
                    <a:p>
                      <a:r>
                        <a:rPr sz="700"/>
                        <a:t>Trust chain</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AI and India compliance</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DPDP and identity rails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UDMF strength; Aadhaar gap</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True Gap Aadhaar</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Strong</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P3–P5</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r>
              <a:tr h="391885">
                <a:tc>
                  <a:txBody>
                    <a:bodyPr/>
                    <a:lstStyle/>
                    <a:p>
                      <a:r>
                        <a:rPr sz="700"/>
                        <a:t>Industrial ops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Core ATS parity</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Economic scale</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Bulk grid strength</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UDMF native</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Accenture scale</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P4 vendor load</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r>
              <a:tr h="391885">
                <a:tc>
                  <a:txBody>
                    <a:bodyPr/>
                    <a:lstStyle/>
                    <a:p>
                      <a:r>
                        <a:rPr sz="700"/>
                        <a:t>Offer and BGC</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Local workflows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Labour codes Nov 2025</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BGC BP strength</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eSign competition</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SME2, SME3</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P3–P5</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r>
              <a:tr h="391885">
                <a:tc>
                  <a:txBody>
                    <a:bodyPr/>
                    <a:lstStyle/>
                    <a:p>
                      <a:r>
                        <a:rPr sz="700"/>
                        <a:t>Governance</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India eight-customer row</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Auditability</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Excel workaround</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Enterprise AI noise</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Config vs adoption</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All five</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r>
              <a:tr h="391885">
                <a:tc>
                  <a:txBody>
                    <a:bodyPr/>
                    <a:lstStyle/>
                    <a:p>
                      <a:r>
                        <a:rPr sz="700"/>
                        <a:t>Channels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Messaging roadmap</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WhatsApp social</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True Gap SMS or WA</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Paradox path</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Santosh</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P5 ops context</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r>
              <a:tr h="391890">
                <a:tc>
                  <a:txBody>
                    <a:bodyPr/>
                    <a:lstStyle/>
                    <a:p>
                      <a:r>
                        <a:rPr sz="700"/>
                        <a:t>Throughput</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Priority 2 AI</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GenAI shallow</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HiredScore opportunity</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SAP or Oracle AI</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SME1 fraud scale</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P3 700 applicants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r>
            </a:tbl>
          </a:graphicData>
        </a:graphic>
      </p:graphicFrame>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958915" name="Google Shape;65;p17"/>
          <p:cNvPicPr preferRelativeResize="0"/>
          <p:nvPr/>
        </p:nvPicPr>
        <p:blipFill rotWithShape="1">
          <a:blip r:embed="rId2">
            <a:alphaModFix/>
          </a:blip>
          <a:srcRect b="0" l="4364" r="70596" t="0"/>
          <a:stretch/>
        </p:blipFill>
        <p:spPr>
          <a:xfrm>
            <a:off x="-1" y="-2286"/>
            <a:ext cx="2508653" cy="5148072"/>
          </a:xfrm>
          <a:prstGeom prst="rect">
            <a:avLst/>
          </a:prstGeom>
          <a:noFill/>
          <a:ln>
            <a:noFill/>
          </a:ln>
        </p:spPr>
      </p:pic>
      <p:sp>
        <p:nvSpPr>
          <p:cNvPr id="958916" name="TextBox 958915"/>
          <p:cNvSpPr txBox="1"/>
          <p:nvPr/>
        </p:nvSpPr>
        <p:spPr>
          <a:xfrm>
            <a:off x="0" y="4846320"/>
            <a:ext cx="3108960" cy="274320"/>
          </a:xfrm>
          <a:prstGeom prst="rect">
            <a:avLst/>
          </a:prstGeom>
          <a:noFill/>
        </p:spPr>
        <p:txBody>
          <a:bodyPr wrap="square">
            <a:spAutoFit/>
          </a:bodyPr>
          <a:lstStyle/>
          <a:p>
            <a:pPr algn="l"/>
            <a:r>
              <a:rPr b="0" sz="700">
                <a:solidFill>
                  <a:srgbClr val="525D6A"/>
                </a:solidFill>
                <a:latin typeface="Archivo"/>
              </a:rPr>
              <a:t>Workday Confidential</a:t>
            </a:r>
          </a:p>
        </p:txBody>
      </p:sp>
      <p:sp>
        <p:nvSpPr>
          <p:cNvPr id="958917" name="TextBox 958916"/>
          <p:cNvSpPr txBox="1"/>
          <p:nvPr/>
        </p:nvSpPr>
        <p:spPr>
          <a:xfrm>
            <a:off x="8412480" y="4846320"/>
            <a:ext cx="548640" cy="274320"/>
          </a:xfrm>
          <a:prstGeom prst="rect">
            <a:avLst/>
          </a:prstGeom>
          <a:noFill/>
        </p:spPr>
        <p:txBody>
          <a:bodyPr wrap="square">
            <a:spAutoFit/>
          </a:bodyPr>
          <a:lstStyle/>
          <a:p>
            <a:pPr algn="r"/>
            <a:r>
              <a:rPr b="0" sz="700">
                <a:solidFill>
                  <a:srgbClr val="525D6A"/>
                </a:solidFill>
                <a:latin typeface="Archivo"/>
              </a:rPr>
              <a:t>55</a:t>
            </a:r>
          </a:p>
        </p:txBody>
      </p:sp>
      <p:sp>
        <p:nvSpPr>
          <p:cNvPr id="958918" name="TextBox 958917"/>
          <p:cNvSpPr txBox="1"/>
          <p:nvPr/>
        </p:nvSpPr>
        <p:spPr>
          <a:xfrm>
            <a:off x="3017520" y="1371600"/>
            <a:ext cx="5120640" cy="2011680"/>
          </a:xfrm>
          <a:prstGeom prst="rect">
            <a:avLst/>
          </a:prstGeom>
          <a:noFill/>
        </p:spPr>
        <p:txBody>
          <a:bodyPr wrap="square">
            <a:spAutoFit/>
          </a:bodyPr>
          <a:lstStyle/>
          <a:p>
            <a:r>
              <a:rPr sz="1200">
                <a:solidFill>
                  <a:srgbClr val="0F2E66"/>
                </a:solidFill>
                <a:latin typeface="Archivo"/>
              </a:rPr>
              <a:t>S E C T I O N  1 2
Full funnel</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700231" name="Google Shape;120;p22"/>
          <p:cNvPicPr preferRelativeResize="0"/>
          <p:nvPr/>
        </p:nvPicPr>
        <p:blipFill rotWithShape="1">
          <a:blip r:embed="rId2">
            <a:alphaModFix/>
          </a:blip>
          <a:srcRect b="38102" l="0" r="0" t="0"/>
          <a:stretch/>
        </p:blipFill>
        <p:spPr>
          <a:xfrm>
            <a:off x="0" y="1"/>
            <a:ext cx="9144000" cy="5143500"/>
          </a:xfrm>
          <a:prstGeom prst="rect">
            <a:avLst/>
          </a:prstGeom>
          <a:noFill/>
          <a:ln>
            <a:noFill/>
          </a:ln>
        </p:spPr>
      </p:pic>
      <p:sp>
        <p:nvSpPr>
          <p:cNvPr id="2" name="Title 1"/>
          <p:cNvSpPr>
            <a:spLocks noGrp="1"/>
          </p:cNvSpPr>
          <p:nvPr>
            <p:ph type="title"/>
          </p:nvPr>
        </p:nvSpPr>
        <p:spPr/>
        <p:txBody>
          <a:bodyPr/>
          <a:lstStyle/>
          <a:p>
            <a:r>
              <a:t>Gap Analysis</a:t>
            </a:r>
          </a:p>
        </p:txBody>
      </p:sp>
      <p:sp>
        <p:nvSpPr>
          <p:cNvPr id="700232" name="TextBox 700231"/>
          <p:cNvSpPr txBox="1"/>
          <p:nvPr/>
        </p:nvSpPr>
        <p:spPr>
          <a:xfrm>
            <a:off x="0" y="4846320"/>
            <a:ext cx="3108960" cy="274320"/>
          </a:xfrm>
          <a:prstGeom prst="rect">
            <a:avLst/>
          </a:prstGeom>
          <a:noFill/>
        </p:spPr>
        <p:txBody>
          <a:bodyPr wrap="square">
            <a:spAutoFit/>
          </a:bodyPr>
          <a:lstStyle/>
          <a:p>
            <a:pPr algn="l"/>
            <a:r>
              <a:rPr b="0" sz="700">
                <a:solidFill>
                  <a:srgbClr val="525D6A"/>
                </a:solidFill>
                <a:latin typeface="Archivo"/>
              </a:rPr>
              <a:t>Workday Confidential</a:t>
            </a:r>
          </a:p>
        </p:txBody>
      </p:sp>
      <p:sp>
        <p:nvSpPr>
          <p:cNvPr id="700233" name="TextBox 700232"/>
          <p:cNvSpPr txBox="1"/>
          <p:nvPr/>
        </p:nvSpPr>
        <p:spPr>
          <a:xfrm>
            <a:off x="8412480" y="4846320"/>
            <a:ext cx="548640" cy="274320"/>
          </a:xfrm>
          <a:prstGeom prst="rect">
            <a:avLst/>
          </a:prstGeom>
          <a:noFill/>
        </p:spPr>
        <p:txBody>
          <a:bodyPr wrap="square">
            <a:spAutoFit/>
          </a:bodyPr>
          <a:lstStyle/>
          <a:p>
            <a:pPr algn="r"/>
            <a:r>
              <a:rPr b="0" sz="700">
                <a:solidFill>
                  <a:srgbClr val="525D6A"/>
                </a:solidFill>
                <a:latin typeface="Archivo"/>
              </a:rPr>
              <a:t>56</a:t>
            </a:r>
          </a:p>
        </p:txBody>
      </p:sp>
      <p:graphicFrame>
        <p:nvGraphicFramePr>
          <p:cNvPr id="700234" name="Table 700233"/>
          <p:cNvGraphicFramePr>
            <a:graphicFrameLocks noGrp="1"/>
          </p:cNvGraphicFramePr>
          <p:nvPr/>
        </p:nvGraphicFramePr>
        <p:xfrm>
          <a:off x="182880" y="914400"/>
          <a:ext cx="8778240" cy="2743200"/>
        </p:xfrm>
        <a:graphic>
          <a:graphicData uri="http://schemas.openxmlformats.org/drawingml/2006/table">
            <a:tbl>
              <a:tblPr firstRow="1" bandRow="1">
                <a:tableStyleId>{5C22544A-7EE6-4342-B048-85BDC9FD1C3A}</a:tableStyleId>
              </a:tblPr>
              <a:tblGrid>
                <a:gridCol w="1463040"/>
                <a:gridCol w="1463040"/>
                <a:gridCol w="1463040"/>
                <a:gridCol w="1463040"/>
                <a:gridCol w="1463040"/>
                <a:gridCol w="1463040"/>
              </a:tblGrid>
              <a:tr h="391885">
                <a:tc>
                  <a:txBody>
                    <a:bodyPr/>
                    <a:lstStyle/>
                    <a:p>
                      <a:r>
                        <a:rPr sz="700" b="1">
                          <a:solidFill>
                            <a:srgbClr val="FFFFFF"/>
                          </a:solidFill>
                        </a:rPr>
                        <a:t>Stage</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solidFill>
                      <a:srgbClr val="0F2E66"/>
                    </a:solidFill>
                  </a:tcPr>
                </a:tc>
                <a:tc>
                  <a:txBody>
                    <a:bodyPr/>
                    <a:lstStyle/>
                    <a:p>
                      <a:r>
                        <a:rPr sz="700" b="1">
                          <a:solidFill>
                            <a:srgbClr val="FFFFFF"/>
                          </a:solidFill>
                        </a:rPr>
                        <a:t>Gap</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solidFill>
                      <a:srgbClr val="0F2E66"/>
                    </a:solidFill>
                  </a:tcPr>
                </a:tc>
                <a:tc>
                  <a:txBody>
                    <a:bodyPr/>
                    <a:lstStyle/>
                    <a:p>
                      <a:r>
                        <a:rPr sz="700" b="1">
                          <a:solidFill>
                            <a:srgbClr val="FFFFFF"/>
                          </a:solidFill>
                        </a:rPr>
                        <a:t>Severity</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solidFill>
                      <a:srgbClr val="0F2E66"/>
                    </a:solidFill>
                  </a:tcPr>
                </a:tc>
                <a:tc>
                  <a:txBody>
                    <a:bodyPr/>
                    <a:lstStyle/>
                    <a:p>
                      <a:r>
                        <a:rPr sz="700" b="1">
                          <a:solidFill>
                            <a:srgbClr val="FFFFFF"/>
                          </a:solidFill>
                        </a:rPr>
                        <a:t>Workaround</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solidFill>
                      <a:srgbClr val="0F2E66"/>
                    </a:solidFill>
                  </a:tcPr>
                </a:tc>
                <a:tc>
                  <a:txBody>
                    <a:bodyPr/>
                    <a:lstStyle/>
                    <a:p>
                      <a:r>
                        <a:rPr sz="700" b="1">
                          <a:solidFill>
                            <a:srgbClr val="FFFFFF"/>
                          </a:solidFill>
                        </a:rPr>
                        <a:t>Evidence</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solidFill>
                      <a:srgbClr val="0F2E66"/>
                    </a:solidFill>
                  </a:tcPr>
                </a:tc>
                <a:tc>
                  <a:txBody>
                    <a:bodyPr/>
                    <a:lstStyle/>
                    <a:p>
                      <a:r>
                        <a:rPr sz="700" b="1">
                          <a:solidFill>
                            <a:srgbClr val="FFFFFF"/>
                          </a:solidFill>
                        </a:rPr>
                        <a:t>Product implication</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solidFill>
                      <a:srgbClr val="0F2E66"/>
                    </a:solidFill>
                  </a:tcPr>
                </a:tc>
              </a:tr>
              <a:tr h="391885">
                <a:tc>
                  <a:txBody>
                    <a:bodyPr/>
                    <a:lstStyle/>
                    <a:p>
                      <a:r>
                        <a:rPr sz="700"/>
                        <a:t>Attract</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Limited native multipost to Naukri-class boards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MEDIUM</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Broadbean multiposter; Studio custom</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Competitive matrix; P3 link posting</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Validate board lists per deal; honest RFP tables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r>
              <a:tr h="391885">
                <a:tc>
                  <a:txBody>
                    <a:bodyPr/>
                    <a:lstStyle/>
                    <a:p>
                      <a:r>
                        <a:rPr sz="700"/>
                        <a:t>Convert</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Government ID and OTP friction before offer</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HIGH</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Manual chasing; support escalations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P3 OTP failures; policy vs UX mismatch</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Mandatory gating, persistence, notifications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r>
              <a:tr h="391885">
                <a:tc>
                  <a:txBody>
                    <a:bodyPr/>
                    <a:lstStyle/>
                    <a:p>
                      <a:r>
                        <a:rPr sz="700"/>
                        <a:t>Screen</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No bulk candidate review; optional resume</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HIGH</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One-by-one opens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P3 ~700 applicants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Bulk grid disposition; mandatory resume option</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r>
              <a:tr h="391885">
                <a:tc>
                  <a:txBody>
                    <a:bodyPr/>
                    <a:lstStyle/>
                    <a:p>
                      <a:r>
                        <a:rPr sz="700"/>
                        <a:t>Offer</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Regenerate limits; weak accept signals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HIGH</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Screenshots; manual checks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P3–P5 acceptance and regenerate quotes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Offer lifecycle: notify, regenerate, batch amend</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r>
              <a:tr h="391885">
                <a:tc>
                  <a:txBody>
                    <a:bodyPr/>
                    <a:lstStyle/>
                    <a:p>
                      <a:r>
                        <a:rPr sz="700"/>
                        <a:t>Comply</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Approvals and evidence outside Workday</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HIGH</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Email packets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P2–P5 offline approvals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In-system approvals with attachments and audit</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r>
              <a:tr h="391890">
                <a:tc>
                  <a:txBody>
                    <a:bodyPr/>
                    <a:lstStyle/>
                    <a:p>
                      <a:r>
                        <a:rPr sz="700"/>
                        <a:t>Measure</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Leadership dashboards and aging weak</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MEDIUM</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Thrive and Excel</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P3 reporting quotes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Role-scoped recruiting operational analytics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r>
            </a:tbl>
          </a:graphicData>
        </a:graphic>
      </p:graphicFrame>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827929" name="Google Shape;65;p17"/>
          <p:cNvPicPr preferRelativeResize="0"/>
          <p:nvPr/>
        </p:nvPicPr>
        <p:blipFill rotWithShape="1">
          <a:blip r:embed="rId2">
            <a:alphaModFix/>
          </a:blip>
          <a:srcRect b="0" l="4364" r="70596" t="0"/>
          <a:stretch/>
        </p:blipFill>
        <p:spPr>
          <a:xfrm>
            <a:off x="-1" y="-2286"/>
            <a:ext cx="2508653" cy="5148072"/>
          </a:xfrm>
          <a:prstGeom prst="rect">
            <a:avLst/>
          </a:prstGeom>
          <a:noFill/>
          <a:ln>
            <a:noFill/>
          </a:ln>
        </p:spPr>
      </p:pic>
      <p:sp>
        <p:nvSpPr>
          <p:cNvPr id="827930" name="TextBox 827929"/>
          <p:cNvSpPr txBox="1"/>
          <p:nvPr/>
        </p:nvSpPr>
        <p:spPr>
          <a:xfrm>
            <a:off x="0" y="4846320"/>
            <a:ext cx="3108960" cy="274320"/>
          </a:xfrm>
          <a:prstGeom prst="rect">
            <a:avLst/>
          </a:prstGeom>
          <a:noFill/>
        </p:spPr>
        <p:txBody>
          <a:bodyPr wrap="square">
            <a:spAutoFit/>
          </a:bodyPr>
          <a:lstStyle/>
          <a:p>
            <a:pPr algn="l"/>
            <a:r>
              <a:rPr b="0" sz="700">
                <a:solidFill>
                  <a:srgbClr val="525D6A"/>
                </a:solidFill>
                <a:latin typeface="Archivo"/>
              </a:rPr>
              <a:t>Workday Confidential</a:t>
            </a:r>
          </a:p>
        </p:txBody>
      </p:sp>
      <p:sp>
        <p:nvSpPr>
          <p:cNvPr id="827931" name="TextBox 827930"/>
          <p:cNvSpPr txBox="1"/>
          <p:nvPr/>
        </p:nvSpPr>
        <p:spPr>
          <a:xfrm>
            <a:off x="8412480" y="4846320"/>
            <a:ext cx="548640" cy="274320"/>
          </a:xfrm>
          <a:prstGeom prst="rect">
            <a:avLst/>
          </a:prstGeom>
          <a:noFill/>
        </p:spPr>
        <p:txBody>
          <a:bodyPr wrap="square">
            <a:spAutoFit/>
          </a:bodyPr>
          <a:lstStyle/>
          <a:p>
            <a:pPr algn="r"/>
            <a:r>
              <a:rPr b="0" sz="700">
                <a:solidFill>
                  <a:srgbClr val="525D6A"/>
                </a:solidFill>
                <a:latin typeface="Archivo"/>
              </a:rPr>
              <a:t>57</a:t>
            </a:r>
          </a:p>
        </p:txBody>
      </p:sp>
      <p:sp>
        <p:nvSpPr>
          <p:cNvPr id="827932" name="TextBox 827931"/>
          <p:cNvSpPr txBox="1"/>
          <p:nvPr/>
        </p:nvSpPr>
        <p:spPr>
          <a:xfrm>
            <a:off x="3017520" y="1371600"/>
            <a:ext cx="5120640" cy="2011680"/>
          </a:xfrm>
          <a:prstGeom prst="rect">
            <a:avLst/>
          </a:prstGeom>
          <a:noFill/>
        </p:spPr>
        <p:txBody>
          <a:bodyPr wrap="square">
            <a:spAutoFit/>
          </a:bodyPr>
          <a:lstStyle/>
          <a:p>
            <a:r>
              <a:rPr sz="1200">
                <a:solidFill>
                  <a:srgbClr val="0F2E66"/>
                </a:solidFill>
                <a:latin typeface="Archivo"/>
              </a:rPr>
              <a:t>S E C T I O N  1 3
Roadmap</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Recommendation 1: ID-Aware Dedupe Rules</a:t>
            </a:r>
          </a:p>
        </p:txBody>
      </p:sp>
      <p:sp>
        <p:nvSpPr>
          <p:cNvPr id="3" name="TextBox 2"/>
          <p:cNvSpPr txBox="1"/>
          <p:nvPr/>
        </p:nvSpPr>
        <p:spPr>
          <a:xfrm>
            <a:off x="0" y="4846320"/>
            <a:ext cx="3108960" cy="274320"/>
          </a:xfrm>
          <a:prstGeom prst="rect">
            <a:avLst/>
          </a:prstGeom>
          <a:noFill/>
        </p:spPr>
        <p:txBody>
          <a:bodyPr wrap="square">
            <a:spAutoFit/>
          </a:bodyPr>
          <a:lstStyle/>
          <a:p>
            <a:pPr algn="l"/>
            <a:r>
              <a:rPr b="0" sz="700">
                <a:solidFill>
                  <a:srgbClr val="525D6A"/>
                </a:solidFill>
                <a:latin typeface="Archivo"/>
              </a:rPr>
              <a:t>Workday Confidential</a:t>
            </a:r>
          </a:p>
        </p:txBody>
      </p:sp>
      <p:sp>
        <p:nvSpPr>
          <p:cNvPr id="4" name="TextBox 3"/>
          <p:cNvSpPr txBox="1"/>
          <p:nvPr/>
        </p:nvSpPr>
        <p:spPr>
          <a:xfrm>
            <a:off x="8412480" y="4846320"/>
            <a:ext cx="548640" cy="274320"/>
          </a:xfrm>
          <a:prstGeom prst="rect">
            <a:avLst/>
          </a:prstGeom>
          <a:noFill/>
        </p:spPr>
        <p:txBody>
          <a:bodyPr wrap="square">
            <a:spAutoFit/>
          </a:bodyPr>
          <a:lstStyle/>
          <a:p>
            <a:pPr algn="r"/>
            <a:r>
              <a:rPr b="0" sz="700">
                <a:solidFill>
                  <a:srgbClr val="525D6A"/>
                </a:solidFill>
                <a:latin typeface="Archivo"/>
              </a:rPr>
              <a:t>58</a:t>
            </a:r>
          </a:p>
        </p:txBody>
      </p:sp>
      <p:sp>
        <p:nvSpPr>
          <p:cNvPr id="5" name="TextBox 4"/>
          <p:cNvSpPr txBox="1"/>
          <p:nvPr/>
        </p:nvSpPr>
        <p:spPr>
          <a:xfrm>
            <a:off x="640080" y="1097280"/>
            <a:ext cx="7863840" cy="2880360"/>
          </a:xfrm>
          <a:prstGeom prst="rect">
            <a:avLst/>
          </a:prstGeom>
          <a:noFill/>
        </p:spPr>
        <p:txBody>
          <a:bodyPr wrap="square">
            <a:spAutoFit/>
          </a:bodyPr>
          <a:lstStyle/>
          <a:p>
            <a:pPr/>
            <a:r>
              <a:rPr b="1" sz="1200">
                <a:solidFill>
                  <a:srgbClr val="0F2E66"/>
                </a:solidFill>
                <a:latin typeface="Archivo"/>
              </a:rPr>
              <a:t>Problem</a:t>
            </a:r>
          </a:p>
          <a:p>
            <a:pPr lvl="1" marL="228600" indent="-182880">
              <a:spcAft>
                <a:spcPts val="600"/>
              </a:spcAft>
              <a:buFont typeface="Archivo"/>
              <a:buChar char="•"/>
            </a:pPr>
            <a:r>
              <a:rPr sz="1200">
                <a:solidFill>
                  <a:srgbClr val="0F2E66"/>
                </a:solidFill>
                <a:latin typeface="Archivo"/>
              </a:rPr>
              <a:t>Agency-heavy India programmes lose fee integrity when duplicates clear vendor gates and last-approved uploads win credit; three to four hundred agencies at ten to twenty profiles daily turns per-click approval into dedicated FTE lines before shortlisting.</a:t>
            </a:r>
          </a:p>
          <a:p>
            <a:pPr/>
            <a:r>
              <a:rPr b="1" sz="1200">
                <a:solidFill>
                  <a:srgbClr val="0F2E66"/>
                </a:solidFill>
                <a:latin typeface="Archivo"/>
              </a:rPr>
              <a:t>Evidence</a:t>
            </a:r>
          </a:p>
          <a:p>
            <a:pPr lvl="1" marL="228600" indent="-182880">
              <a:spcAft>
                <a:spcPts val="600"/>
              </a:spcAft>
              <a:buFont typeface="Archivo"/>
              <a:buChar char="•"/>
            </a:pPr>
            <a:r>
              <a:rPr sz="1200">
                <a:solidFill>
                  <a:srgbClr val="0F2E66"/>
                </a:solidFill>
                <a:latin typeface="Archivo"/>
              </a:rPr>
              <a:t>P4 cites full days on vendor-upload approval and first-source loss; SME5 notes roughly two hundred thousand duplicates with merge capped at two records, matching matrix emphasis on UDMF as native yet under-tuned for India.</a:t>
            </a:r>
          </a:p>
          <a:p>
            <a:pPr/>
            <a:r>
              <a:rPr b="1" sz="1200">
                <a:solidFill>
                  <a:srgbClr val="0F2E66"/>
                </a:solidFill>
                <a:latin typeface="Archivo"/>
              </a:rPr>
              <a:t>Recommendation</a:t>
            </a:r>
          </a:p>
          <a:p>
            <a:pPr lvl="1" marL="228600" indent="-182880">
              <a:spcAft>
                <a:spcPts val="600"/>
              </a:spcAft>
              <a:buFont typeface="Archivo"/>
              <a:buChar char="•"/>
            </a:pPr>
            <a:r>
              <a:rPr sz="1200">
                <a:solidFill>
                  <a:srgbClr val="0F2E66"/>
                </a:solidFill>
                <a:latin typeface="Archivo"/>
              </a:rPr>
              <a:t>Extend UDMF matching and source-of-hire for India-legal PAN, Aadhaar where 060 permits, and UAN with minimisation; add first-source-within-cooling-off, bulk-safe vendor rules, and auditable attribution that preserve rehire and compliance locks customers require.</a:t>
            </a:r>
          </a:p>
          <a:p>
            <a:pPr/>
            <a:r>
              <a:rPr b="1" sz="1200">
                <a:solidFill>
                  <a:srgbClr val="0F2E66"/>
                </a:solidFill>
                <a:latin typeface="Archivo"/>
              </a:rPr>
              <a:t>Why now</a:t>
            </a:r>
          </a:p>
          <a:p>
            <a:pPr lvl="1" marL="228600" indent="-182880">
              <a:spcAft>
                <a:spcPts val="600"/>
              </a:spcAft>
              <a:buFont typeface="Archivo"/>
              <a:buChar char="•"/>
            </a:pPr>
            <a:r>
              <a:rPr sz="1200">
                <a:solidFill>
                  <a:srgbClr val="0F2E66"/>
                </a:solidFill>
                <a:latin typeface="Archivo"/>
              </a:rPr>
              <a:t>Q2 India eight-win row and DPDP accountability elevate duplicate prevention; March 2026 scans show regional suites weaponising speed while honest UDMF India tuning must land in product, not only services.</a:t>
            </a:r>
          </a:p>
          <a:p>
            <a:pPr/>
            <a:r>
              <a:rPr b="1" sz="1200">
                <a:solidFill>
                  <a:srgbClr val="0F2E66"/>
                </a:solidFill>
                <a:latin typeface="Archivo"/>
              </a:rPr>
              <a:t>Success metrics</a:t>
            </a:r>
          </a:p>
          <a:p>
            <a:pPr lvl="1" marL="228600" indent="-182880">
              <a:spcAft>
                <a:spcPts val="600"/>
              </a:spcAft>
              <a:buFont typeface="Archivo"/>
              <a:buChar char="•"/>
            </a:pPr>
            <a:r>
              <a:rPr sz="1200">
                <a:solidFill>
                  <a:srgbClr val="0F2E66"/>
                </a:solidFill>
                <a:latin typeface="Archivo"/>
              </a:rPr>
              <a:t>Productivity Recruiter Capacity: baseline high manual vendor hours per P4; target material reduction in approval toil and duplicate corrections with twenty to thirty-five percent India high-volume adoption year one per PMF tracking assumptions.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25413" name="Google Shape;120;p22"/>
          <p:cNvPicPr preferRelativeResize="0"/>
          <p:nvPr/>
        </p:nvPicPr>
        <p:blipFill rotWithShape="1">
          <a:blip r:embed="rId2">
            <a:alphaModFix/>
          </a:blip>
          <a:srcRect b="38102" l="0" r="0" t="0"/>
          <a:stretch/>
        </p:blipFill>
        <p:spPr>
          <a:xfrm>
            <a:off x="0" y="1"/>
            <a:ext cx="9144000" cy="5143500"/>
          </a:xfrm>
          <a:prstGeom prst="rect">
            <a:avLst/>
          </a:prstGeom>
          <a:noFill/>
          <a:ln>
            <a:noFill/>
          </a:ln>
        </p:spPr>
      </p:pic>
      <p:sp>
        <p:nvSpPr>
          <p:cNvPr id="2" name="Title 1"/>
          <p:cNvSpPr>
            <a:spLocks noGrp="1"/>
          </p:cNvSpPr>
          <p:nvPr>
            <p:ph type="title"/>
          </p:nvPr>
        </p:nvSpPr>
        <p:spPr/>
        <p:txBody>
          <a:bodyPr/>
          <a:lstStyle/>
          <a:p>
            <a:r>
              <a:t>Recommendation 2: Identity Capture and OTP Paths</a:t>
            </a:r>
          </a:p>
        </p:txBody>
      </p:sp>
      <p:sp>
        <p:nvSpPr>
          <p:cNvPr id="125414" name="TextBox 125413"/>
          <p:cNvSpPr txBox="1"/>
          <p:nvPr/>
        </p:nvSpPr>
        <p:spPr>
          <a:xfrm>
            <a:off x="0" y="4846320"/>
            <a:ext cx="3108960" cy="274320"/>
          </a:xfrm>
          <a:prstGeom prst="rect">
            <a:avLst/>
          </a:prstGeom>
          <a:noFill/>
        </p:spPr>
        <p:txBody>
          <a:bodyPr wrap="square">
            <a:spAutoFit/>
          </a:bodyPr>
          <a:lstStyle/>
          <a:p>
            <a:pPr algn="l"/>
            <a:r>
              <a:rPr b="0" sz="700">
                <a:solidFill>
                  <a:srgbClr val="525D6A"/>
                </a:solidFill>
                <a:latin typeface="Archivo"/>
              </a:rPr>
              <a:t>Workday Confidential</a:t>
            </a:r>
          </a:p>
        </p:txBody>
      </p:sp>
      <p:sp>
        <p:nvSpPr>
          <p:cNvPr id="125415" name="TextBox 125414"/>
          <p:cNvSpPr txBox="1"/>
          <p:nvPr/>
        </p:nvSpPr>
        <p:spPr>
          <a:xfrm>
            <a:off x="8412480" y="4846320"/>
            <a:ext cx="548640" cy="274320"/>
          </a:xfrm>
          <a:prstGeom prst="rect">
            <a:avLst/>
          </a:prstGeom>
          <a:noFill/>
        </p:spPr>
        <p:txBody>
          <a:bodyPr wrap="square">
            <a:spAutoFit/>
          </a:bodyPr>
          <a:lstStyle/>
          <a:p>
            <a:pPr algn="r"/>
            <a:r>
              <a:rPr b="0" sz="700">
                <a:solidFill>
                  <a:srgbClr val="525D6A"/>
                </a:solidFill>
                <a:latin typeface="Archivo"/>
              </a:rPr>
              <a:t>59</a:t>
            </a:r>
          </a:p>
        </p:txBody>
      </p:sp>
      <p:sp>
        <p:nvSpPr>
          <p:cNvPr id="125416" name="TextBox 125415"/>
          <p:cNvSpPr txBox="1"/>
          <p:nvPr/>
        </p:nvSpPr>
        <p:spPr>
          <a:xfrm>
            <a:off x="640080" y="1097280"/>
            <a:ext cx="7863840" cy="2880360"/>
          </a:xfrm>
          <a:prstGeom prst="rect">
            <a:avLst/>
          </a:prstGeom>
          <a:noFill/>
        </p:spPr>
        <p:txBody>
          <a:bodyPr wrap="square">
            <a:spAutoFit/>
          </a:bodyPr>
          <a:lstStyle/>
          <a:p>
            <a:pPr/>
            <a:r>
              <a:rPr b="1" sz="1200">
                <a:solidFill>
                  <a:srgbClr val="0F2E66"/>
                </a:solidFill>
                <a:latin typeface="Archivo"/>
              </a:rPr>
              <a:t>Problem</a:t>
            </a:r>
          </a:p>
          <a:p>
            <a:pPr lvl="1" marL="228600" indent="-182880">
              <a:spcAft>
                <a:spcPts val="600"/>
              </a:spcAft>
              <a:buFont typeface="Archivo"/>
              <a:buChar char="•"/>
            </a:pPr>
            <a:r>
              <a:rPr sz="1200">
                <a:solidFill>
                  <a:srgbClr val="0F2E66"/>
                </a:solidFill>
                <a:latin typeface="Archivo"/>
              </a:rPr>
              <a:t>Policy mandates PAN, Aadhaar-related OTP, and UAN before offer while UX allows partial completion, vanishing fields, and silent OTP failures; recruiters chase IDs and join-rate suffers before candidates ever reach acceptance.</a:t>
            </a:r>
          </a:p>
          <a:p>
            <a:pPr/>
            <a:r>
              <a:rPr b="1" sz="1200">
                <a:solidFill>
                  <a:srgbClr val="0F2E66"/>
                </a:solidFill>
                <a:latin typeface="Archivo"/>
              </a:rPr>
              <a:t>Evidence</a:t>
            </a:r>
          </a:p>
          <a:p>
            <a:pPr lvl="1" marL="228600" indent="-182880">
              <a:spcAft>
                <a:spcPts val="600"/>
              </a:spcAft>
              <a:buFont typeface="Archivo"/>
              <a:buChar char="•"/>
            </a:pPr>
            <a:r>
              <a:rPr sz="1200">
                <a:solidFill>
                  <a:srgbClr val="0F2E66"/>
                </a:solidFill>
                <a:latin typeface="Archivo"/>
              </a:rPr>
              <a:t>P3 cites sixteen to seventeen percent drop before offer accept tied to process weight and ID friction; competitive matrix lists native UIDAI eKYC as True Gap, so product must harden lawful capture without overclaiming government rails.</a:t>
            </a:r>
          </a:p>
          <a:p>
            <a:pPr/>
            <a:r>
              <a:rPr b="1" sz="1200">
                <a:solidFill>
                  <a:srgbClr val="0F2E66"/>
                </a:solidFill>
                <a:latin typeface="Archivo"/>
              </a:rPr>
              <a:t>Recommendation</a:t>
            </a:r>
          </a:p>
          <a:p>
            <a:pPr lvl="1" marL="228600" indent="-182880">
              <a:spcAft>
                <a:spcPts val="600"/>
              </a:spcAft>
              <a:buFont typeface="Archivo"/>
              <a:buChar char="•"/>
            </a:pPr>
            <a:r>
              <a:rPr sz="1200">
                <a:solidFill>
                  <a:srgbClr val="0F2E66"/>
                </a:solidFill>
                <a:latin typeface="Archivo"/>
              </a:rPr>
              <a:t>Ship consistent mandatory gating UX, field persistence, OTP failure notifications for candidates and recruiters, and clear re-entry states; pair granular notices and consent with customer DPDP programmes under 060 review before launch.</a:t>
            </a:r>
          </a:p>
          <a:p>
            <a:pPr/>
            <a:r>
              <a:rPr b="1" sz="1200">
                <a:solidFill>
                  <a:srgbClr val="0F2E66"/>
                </a:solidFill>
                <a:latin typeface="Archivo"/>
              </a:rPr>
              <a:t>Why now</a:t>
            </a:r>
          </a:p>
          <a:p>
            <a:pPr lvl="1" marL="228600" indent="-182880">
              <a:spcAft>
                <a:spcPts val="600"/>
              </a:spcAft>
              <a:buFont typeface="Archivo"/>
              <a:buChar char="•"/>
            </a:pPr>
            <a:r>
              <a:rPr sz="1200">
                <a:solidFill>
                  <a:srgbClr val="0F2E66"/>
                </a:solidFill>
                <a:latin typeface="Archivo"/>
              </a:rPr>
              <a:t>DPDP phased implementation through 2026–2027 and India row scale goals make identity handling a board-visible risk; SAP, Oracle, and Zoho March 2026 narratives increase scrutiny on every demo claim.</a:t>
            </a:r>
          </a:p>
          <a:p>
            <a:pPr/>
            <a:r>
              <a:rPr b="1" sz="1200">
                <a:solidFill>
                  <a:srgbClr val="0F2E66"/>
                </a:solidFill>
                <a:latin typeface="Archivo"/>
              </a:rPr>
              <a:t>Success metrics</a:t>
            </a:r>
          </a:p>
          <a:p>
            <a:pPr lvl="1" marL="228600" indent="-182880">
              <a:spcAft>
                <a:spcPts val="600"/>
              </a:spcAft>
              <a:buFont typeface="Archivo"/>
              <a:buChar char="•"/>
            </a:pPr>
            <a:r>
              <a:rPr sz="1200">
                <a:solidFill>
                  <a:srgbClr val="0F2E66"/>
                </a:solidFill>
                <a:latin typeface="Archivo"/>
              </a:rPr>
              <a:t>Time to Hire (BV): shorten offer-stage segment from final interview to accepted offer; target ten to fifteen percent improvement on that slice for tenants enabling full gating fix, using HRREC-81527 definitions per PMF success metric block.</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Recommendation 3: Bulk Review and HiredScore</a:t>
            </a:r>
          </a:p>
        </p:txBody>
      </p:sp>
      <p:sp>
        <p:nvSpPr>
          <p:cNvPr id="3" name="TextBox 2"/>
          <p:cNvSpPr txBox="1"/>
          <p:nvPr/>
        </p:nvSpPr>
        <p:spPr>
          <a:xfrm>
            <a:off x="0" y="4846320"/>
            <a:ext cx="3108960" cy="274320"/>
          </a:xfrm>
          <a:prstGeom prst="rect">
            <a:avLst/>
          </a:prstGeom>
          <a:noFill/>
        </p:spPr>
        <p:txBody>
          <a:bodyPr wrap="square">
            <a:spAutoFit/>
          </a:bodyPr>
          <a:lstStyle/>
          <a:p>
            <a:pPr algn="l"/>
            <a:r>
              <a:rPr b="0" sz="700">
                <a:solidFill>
                  <a:srgbClr val="525D6A"/>
                </a:solidFill>
                <a:latin typeface="Archivo"/>
              </a:rPr>
              <a:t>Workday Confidential</a:t>
            </a:r>
          </a:p>
        </p:txBody>
      </p:sp>
      <p:sp>
        <p:nvSpPr>
          <p:cNvPr id="4" name="TextBox 3"/>
          <p:cNvSpPr txBox="1"/>
          <p:nvPr/>
        </p:nvSpPr>
        <p:spPr>
          <a:xfrm>
            <a:off x="8412480" y="4846320"/>
            <a:ext cx="548640" cy="274320"/>
          </a:xfrm>
          <a:prstGeom prst="rect">
            <a:avLst/>
          </a:prstGeom>
          <a:noFill/>
        </p:spPr>
        <p:txBody>
          <a:bodyPr wrap="square">
            <a:spAutoFit/>
          </a:bodyPr>
          <a:lstStyle/>
          <a:p>
            <a:pPr algn="r"/>
            <a:r>
              <a:rPr b="0" sz="700">
                <a:solidFill>
                  <a:srgbClr val="525D6A"/>
                </a:solidFill>
                <a:latin typeface="Archivo"/>
              </a:rPr>
              <a:t>60</a:t>
            </a:r>
          </a:p>
        </p:txBody>
      </p:sp>
      <p:sp>
        <p:nvSpPr>
          <p:cNvPr id="5" name="TextBox 4"/>
          <p:cNvSpPr txBox="1"/>
          <p:nvPr/>
        </p:nvSpPr>
        <p:spPr>
          <a:xfrm>
            <a:off x="640080" y="1097280"/>
            <a:ext cx="7863840" cy="2880360"/>
          </a:xfrm>
          <a:prstGeom prst="rect">
            <a:avLst/>
          </a:prstGeom>
          <a:noFill/>
        </p:spPr>
        <p:txBody>
          <a:bodyPr wrap="square">
            <a:spAutoFit/>
          </a:bodyPr>
          <a:lstStyle/>
          <a:p>
            <a:pPr/>
            <a:r>
              <a:rPr b="1" sz="1200">
                <a:solidFill>
                  <a:srgbClr val="0F2E66"/>
                </a:solidFill>
                <a:latin typeface="Archivo"/>
              </a:rPr>
              <a:t>Problem</a:t>
            </a:r>
          </a:p>
          <a:p>
            <a:pPr lvl="1" marL="228600" indent="-182880">
              <a:spcAft>
                <a:spcPts val="600"/>
              </a:spcAft>
              <a:buFont typeface="Archivo"/>
              <a:buChar char="•"/>
            </a:pPr>
            <a:r>
              <a:rPr sz="1200">
                <a:solidFill>
                  <a:srgbClr val="0F2E66"/>
                </a:solidFill>
                <a:latin typeface="Archivo"/>
              </a:rPr>
              <a:t>High-volume reqs carry hundreds of applications yet recruiters must open profiles one-by-one; optional resume and missing bulk disposition waste capacity while fraud inflates top-of-funnel noise across India BPO and services programmes.</a:t>
            </a:r>
          </a:p>
          <a:p>
            <a:pPr/>
            <a:r>
              <a:rPr b="1" sz="1200">
                <a:solidFill>
                  <a:srgbClr val="0F2E66"/>
                </a:solidFill>
                <a:latin typeface="Archivo"/>
              </a:rPr>
              <a:t>Evidence</a:t>
            </a:r>
          </a:p>
          <a:p>
            <a:pPr lvl="1" marL="228600" indent="-182880">
              <a:spcAft>
                <a:spcPts val="600"/>
              </a:spcAft>
              <a:buFont typeface="Archivo"/>
              <a:buChar char="•"/>
            </a:pPr>
            <a:r>
              <a:rPr sz="1200">
                <a:solidFill>
                  <a:srgbClr val="0F2E66"/>
                </a:solidFill>
                <a:latin typeface="Archivo"/>
              </a:rPr>
              <a:t>P3 cites roughly seven hundred applications on one requisition without bulk review; SME1 and SME5 highlight fraud and pattern volume at enterprise scale, aligning with Q2 Priority 2 AI matching and fraud phase one strategy themes.</a:t>
            </a:r>
          </a:p>
          <a:p>
            <a:pPr/>
            <a:r>
              <a:rPr b="1" sz="1200">
                <a:solidFill>
                  <a:srgbClr val="0F2E66"/>
                </a:solidFill>
                <a:latin typeface="Archivo"/>
              </a:rPr>
              <a:t>Recommendation</a:t>
            </a:r>
          </a:p>
          <a:p>
            <a:pPr lvl="1" marL="228600" indent="-182880">
              <a:spcAft>
                <a:spcPts val="600"/>
              </a:spcAft>
              <a:buFont typeface="Archivo"/>
              <a:buChar char="•"/>
            </a:pPr>
            <a:r>
              <a:rPr sz="1200">
                <a:solidFill>
                  <a:srgbClr val="0F2E66"/>
                </a:solidFill>
                <a:latin typeface="Archivo"/>
              </a:rPr>
              <a:t>Enhance bulk grid for shortlist and disposition, offer mandatory resume where customers choose, and activate HiredScore for India tenants with explainability and human-review defaults that satisfy EU AI Act and DPDP diligence narratives.</a:t>
            </a:r>
          </a:p>
          <a:p>
            <a:pPr/>
            <a:r>
              <a:rPr b="1" sz="1200">
                <a:solidFill>
                  <a:srgbClr val="0F2E66"/>
                </a:solidFill>
                <a:latin typeface="Archivo"/>
              </a:rPr>
              <a:t>Why now</a:t>
            </a:r>
          </a:p>
          <a:p>
            <a:pPr lvl="1" marL="228600" indent="-182880">
              <a:spcAft>
                <a:spcPts val="600"/>
              </a:spcAft>
              <a:buFont typeface="Archivo"/>
              <a:buChar char="•"/>
            </a:pPr>
            <a:r>
              <a:rPr sz="1200">
                <a:solidFill>
                  <a:srgbClr val="0F2E66"/>
                </a:solidFill>
                <a:latin typeface="Archivo"/>
              </a:rPr>
              <a:t>Corporate OKR targets five AI matching betas by quarter end; India volume tenants are natural adopters when governance story is credible versus iCIMS Frontline AI March 2026 omnichannel bar.</a:t>
            </a:r>
          </a:p>
          <a:p>
            <a:pPr/>
            <a:r>
              <a:rPr b="1" sz="1200">
                <a:solidFill>
                  <a:srgbClr val="0F2E66"/>
                </a:solidFill>
                <a:latin typeface="Archivo"/>
              </a:rPr>
              <a:t>Success metrics</a:t>
            </a:r>
          </a:p>
          <a:p>
            <a:pPr lvl="1" marL="228600" indent="-182880">
              <a:spcAft>
                <a:spcPts val="600"/>
              </a:spcAft>
              <a:buFont typeface="Archivo"/>
              <a:buChar char="•"/>
            </a:pPr>
            <a:r>
              <a:rPr sz="1200">
                <a:solidFill>
                  <a:srgbClr val="0F2E66"/>
                </a:solidFill>
                <a:latin typeface="Archivo"/>
              </a:rPr>
              <a:t>Productivity Recruiter Capacity: raise managed applications per recruiter per week without headcount; target fifteen to twenty-five percent throughput gain on high-volume reqs where HiredScore is active per PMF pilot assumptions and HRREC-86870 load metrics.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755932" name="Google Shape;120;p22"/>
          <p:cNvPicPr preferRelativeResize="0"/>
          <p:nvPr/>
        </p:nvPicPr>
        <p:blipFill rotWithShape="1">
          <a:blip r:embed="rId2">
            <a:alphaModFix/>
          </a:blip>
          <a:srcRect b="38102" l="0" r="0" t="0"/>
          <a:stretch/>
        </p:blipFill>
        <p:spPr>
          <a:xfrm>
            <a:off x="0" y="1"/>
            <a:ext cx="9144000" cy="5143500"/>
          </a:xfrm>
          <a:prstGeom prst="rect">
            <a:avLst/>
          </a:prstGeom>
          <a:noFill/>
          <a:ln>
            <a:noFill/>
          </a:ln>
        </p:spPr>
      </p:pic>
      <p:sp>
        <p:nvSpPr>
          <p:cNvPr id="2" name="Title 1"/>
          <p:cNvSpPr>
            <a:spLocks noGrp="1"/>
          </p:cNvSpPr>
          <p:nvPr>
            <p:ph type="title"/>
          </p:nvPr>
        </p:nvSpPr>
        <p:spPr/>
        <p:txBody>
          <a:bodyPr/>
          <a:lstStyle/>
          <a:p>
            <a:r>
              <a:t>Recommendation 4: Career Site PII Audit Trail</a:t>
            </a:r>
          </a:p>
        </p:txBody>
      </p:sp>
      <p:sp>
        <p:nvSpPr>
          <p:cNvPr id="755933" name="TextBox 755932"/>
          <p:cNvSpPr txBox="1"/>
          <p:nvPr/>
        </p:nvSpPr>
        <p:spPr>
          <a:xfrm>
            <a:off x="0" y="4846320"/>
            <a:ext cx="3108960" cy="274320"/>
          </a:xfrm>
          <a:prstGeom prst="rect">
            <a:avLst/>
          </a:prstGeom>
          <a:noFill/>
        </p:spPr>
        <p:txBody>
          <a:bodyPr wrap="square">
            <a:spAutoFit/>
          </a:bodyPr>
          <a:lstStyle/>
          <a:p>
            <a:pPr algn="l"/>
            <a:r>
              <a:rPr b="0" sz="700">
                <a:solidFill>
                  <a:srgbClr val="525D6A"/>
                </a:solidFill>
                <a:latin typeface="Archivo"/>
              </a:rPr>
              <a:t>Workday Confidential</a:t>
            </a:r>
          </a:p>
        </p:txBody>
      </p:sp>
      <p:sp>
        <p:nvSpPr>
          <p:cNvPr id="755934" name="TextBox 755933"/>
          <p:cNvSpPr txBox="1"/>
          <p:nvPr/>
        </p:nvSpPr>
        <p:spPr>
          <a:xfrm>
            <a:off x="8412480" y="4846320"/>
            <a:ext cx="548640" cy="274320"/>
          </a:xfrm>
          <a:prstGeom prst="rect">
            <a:avLst/>
          </a:prstGeom>
          <a:noFill/>
        </p:spPr>
        <p:txBody>
          <a:bodyPr wrap="square">
            <a:spAutoFit/>
          </a:bodyPr>
          <a:lstStyle/>
          <a:p>
            <a:pPr algn="r"/>
            <a:r>
              <a:rPr b="0" sz="700">
                <a:solidFill>
                  <a:srgbClr val="525D6A"/>
                </a:solidFill>
                <a:latin typeface="Archivo"/>
              </a:rPr>
              <a:t>61</a:t>
            </a:r>
          </a:p>
        </p:txBody>
      </p:sp>
      <p:sp>
        <p:nvSpPr>
          <p:cNvPr id="755935" name="TextBox 755934"/>
          <p:cNvSpPr txBox="1"/>
          <p:nvPr/>
        </p:nvSpPr>
        <p:spPr>
          <a:xfrm>
            <a:off x="640080" y="1097280"/>
            <a:ext cx="7863840" cy="2880360"/>
          </a:xfrm>
          <a:prstGeom prst="rect">
            <a:avLst/>
          </a:prstGeom>
          <a:noFill/>
        </p:spPr>
        <p:txBody>
          <a:bodyPr wrap="square">
            <a:spAutoFit/>
          </a:bodyPr>
          <a:lstStyle/>
          <a:p>
            <a:pPr/>
            <a:r>
              <a:rPr b="1" sz="1200">
                <a:solidFill>
                  <a:srgbClr val="0F2E66"/>
                </a:solidFill>
                <a:latin typeface="Archivo"/>
              </a:rPr>
              <a:t>Problem</a:t>
            </a:r>
          </a:p>
          <a:p>
            <a:pPr lvl="1" marL="228600" indent="-182880">
              <a:spcAft>
                <a:spcPts val="600"/>
              </a:spcAft>
              <a:buFont typeface="Archivo"/>
              <a:buChar char="•"/>
            </a:pPr>
            <a:r>
              <a:rPr sz="1200">
                <a:solidFill>
                  <a:srgbClr val="0F2E66"/>
                </a:solidFill>
                <a:latin typeface="Archivo"/>
              </a:rPr>
              <a:t>Candidates can change name, address, and phone on external career experiences with limited audit trails, opening impersonation windows and BGC mismatches that recruiters discover only after time-consuming rework or vendor reopen loops.</a:t>
            </a:r>
          </a:p>
          <a:p>
            <a:pPr/>
            <a:r>
              <a:rPr b="1" sz="1200">
                <a:solidFill>
                  <a:srgbClr val="0F2E66"/>
                </a:solidFill>
                <a:latin typeface="Archivo"/>
              </a:rPr>
              <a:t>Evidence</a:t>
            </a:r>
          </a:p>
          <a:p>
            <a:pPr lvl="1" marL="228600" indent="-182880">
              <a:spcAft>
                <a:spcPts val="600"/>
              </a:spcAft>
              <a:buFont typeface="Archivo"/>
              <a:buChar char="•"/>
            </a:pPr>
            <a:r>
              <a:rPr sz="1200">
                <a:solidFill>
                  <a:srgbClr val="0F2E66"/>
                </a:solidFill>
                <a:latin typeface="Archivo"/>
              </a:rPr>
              <a:t>SME4 anchors weak career-site edit tracking in internal notes; P3–P5 trust themes on IDs and duplicates imply the same master-data integrity gap; triangulation matrix rates Know Your Candidate very strong across six sources.</a:t>
            </a:r>
          </a:p>
          <a:p>
            <a:pPr/>
            <a:r>
              <a:rPr b="1" sz="1200">
                <a:solidFill>
                  <a:srgbClr val="0F2E66"/>
                </a:solidFill>
                <a:latin typeface="Archivo"/>
              </a:rPr>
              <a:t>Recommendation</a:t>
            </a:r>
          </a:p>
          <a:p>
            <a:pPr lvl="1" marL="228600" indent="-182880">
              <a:spcAft>
                <a:spcPts val="600"/>
              </a:spcAft>
              <a:buFont typeface="Archivo"/>
              <a:buChar char="•"/>
            </a:pPr>
            <a:r>
              <a:rPr sz="1200">
                <a:solidFill>
                  <a:srgbClr val="0F2E66"/>
                </a:solidFill>
                <a:latin typeface="Archivo"/>
              </a:rPr>
              <a:t>Strengthen audited change history for PII edits on external experiences, surface recruiter-visible risk flags when edits cluster around verification milestones, and integrate signals with BGC orchestration narratives customers already run with vendors.</a:t>
            </a:r>
          </a:p>
          <a:p>
            <a:pPr/>
            <a:r>
              <a:rPr b="1" sz="1200">
                <a:solidFill>
                  <a:srgbClr val="0F2E66"/>
                </a:solidFill>
                <a:latin typeface="Archivo"/>
              </a:rPr>
              <a:t>Why now</a:t>
            </a:r>
          </a:p>
          <a:p>
            <a:pPr lvl="1" marL="228600" indent="-182880">
              <a:spcAft>
                <a:spcPts val="600"/>
              </a:spcAft>
              <a:buFont typeface="Archivo"/>
              <a:buChar char="•"/>
            </a:pPr>
            <a:r>
              <a:rPr sz="1200">
                <a:solidFill>
                  <a:srgbClr val="0F2E66"/>
                </a:solidFill>
                <a:latin typeface="Archivo"/>
              </a:rPr>
              <a:t>DPDP accountability and CERT-In logging expectations increase pressure for provable candidate data lineage; competitive POC risk on Aadhaar claims makes honest audit trails a safer differentiator than speculative native eKYC promises.</a:t>
            </a:r>
          </a:p>
          <a:p>
            <a:pPr/>
            <a:r>
              <a:rPr b="1" sz="1200">
                <a:solidFill>
                  <a:srgbClr val="0F2E66"/>
                </a:solidFill>
                <a:latin typeface="Archivo"/>
              </a:rPr>
              <a:t>Success metrics</a:t>
            </a:r>
          </a:p>
          <a:p>
            <a:pPr lvl="1" marL="228600" indent="-182880">
              <a:spcAft>
                <a:spcPts val="600"/>
              </a:spcAft>
              <a:buFont typeface="Archivo"/>
              <a:buChar char="•"/>
            </a:pPr>
            <a:r>
              <a:rPr sz="1200">
                <a:solidFill>
                  <a:srgbClr val="0F2E66"/>
                </a:solidFill>
                <a:latin typeface="Archivo"/>
              </a:rPr>
              <a:t>Time to Hire segment and incident proxy: target five to ten percent reduction in BGC reopen cases tied to career-site edits year one per PMF assumption; pair with HRREC-81527 until retention dashboards unblock per value-metrics notes.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Recommendation 5: In-System Approval Chains</a:t>
            </a:r>
          </a:p>
        </p:txBody>
      </p:sp>
      <p:sp>
        <p:nvSpPr>
          <p:cNvPr id="3" name="TextBox 2"/>
          <p:cNvSpPr txBox="1"/>
          <p:nvPr/>
        </p:nvSpPr>
        <p:spPr>
          <a:xfrm>
            <a:off x="0" y="4846320"/>
            <a:ext cx="3108960" cy="274320"/>
          </a:xfrm>
          <a:prstGeom prst="rect">
            <a:avLst/>
          </a:prstGeom>
          <a:noFill/>
        </p:spPr>
        <p:txBody>
          <a:bodyPr wrap="square">
            <a:spAutoFit/>
          </a:bodyPr>
          <a:lstStyle/>
          <a:p>
            <a:pPr algn="l"/>
            <a:r>
              <a:rPr b="0" sz="700">
                <a:solidFill>
                  <a:srgbClr val="525D6A"/>
                </a:solidFill>
                <a:latin typeface="Archivo"/>
              </a:rPr>
              <a:t>Workday Confidential</a:t>
            </a:r>
          </a:p>
        </p:txBody>
      </p:sp>
      <p:sp>
        <p:nvSpPr>
          <p:cNvPr id="4" name="TextBox 3"/>
          <p:cNvSpPr txBox="1"/>
          <p:nvPr/>
        </p:nvSpPr>
        <p:spPr>
          <a:xfrm>
            <a:off x="8412480" y="4846320"/>
            <a:ext cx="548640" cy="274320"/>
          </a:xfrm>
          <a:prstGeom prst="rect">
            <a:avLst/>
          </a:prstGeom>
          <a:noFill/>
        </p:spPr>
        <p:txBody>
          <a:bodyPr wrap="square">
            <a:spAutoFit/>
          </a:bodyPr>
          <a:lstStyle/>
          <a:p>
            <a:pPr algn="r"/>
            <a:r>
              <a:rPr b="0" sz="700">
                <a:solidFill>
                  <a:srgbClr val="525D6A"/>
                </a:solidFill>
                <a:latin typeface="Archivo"/>
              </a:rPr>
              <a:t>62</a:t>
            </a:r>
          </a:p>
        </p:txBody>
      </p:sp>
      <p:sp>
        <p:nvSpPr>
          <p:cNvPr id="5" name="TextBox 4"/>
          <p:cNvSpPr txBox="1"/>
          <p:nvPr/>
        </p:nvSpPr>
        <p:spPr>
          <a:xfrm>
            <a:off x="640080" y="1097280"/>
            <a:ext cx="7863840" cy="2880360"/>
          </a:xfrm>
          <a:prstGeom prst="rect">
            <a:avLst/>
          </a:prstGeom>
          <a:noFill/>
        </p:spPr>
        <p:txBody>
          <a:bodyPr wrap="square">
            <a:spAutoFit/>
          </a:bodyPr>
          <a:lstStyle/>
          <a:p>
            <a:pPr/>
            <a:r>
              <a:rPr b="1" sz="1200">
                <a:solidFill>
                  <a:srgbClr val="0F2E66"/>
                </a:solidFill>
                <a:latin typeface="Archivo"/>
              </a:rPr>
              <a:t>Problem</a:t>
            </a:r>
          </a:p>
          <a:p>
            <a:pPr lvl="1" marL="228600" indent="-182880">
              <a:spcAft>
                <a:spcPts val="600"/>
              </a:spcAft>
              <a:buFont typeface="Archivo"/>
              <a:buChar char="•"/>
            </a:pPr>
            <a:r>
              <a:rPr sz="1200">
                <a:solidFill>
                  <a:srgbClr val="0F2E66"/>
                </a:solidFill>
                <a:latin typeface="Archivo"/>
              </a:rPr>
              <a:t>Position and compensation approvals, leadership sign-off, and evidence packets often live in email while Workday executes reqs and offers, creating dual-system latency, weak in-tenant audit history, and manual re-keying before India compliance reviews.</a:t>
            </a:r>
          </a:p>
          <a:p>
            <a:pPr/>
            <a:r>
              <a:rPr b="1" sz="1200">
                <a:solidFill>
                  <a:srgbClr val="0F2E66"/>
                </a:solidFill>
                <a:latin typeface="Archivo"/>
              </a:rPr>
              <a:t>Evidence</a:t>
            </a:r>
          </a:p>
          <a:p>
            <a:pPr lvl="1" marL="228600" indent="-182880">
              <a:spcAft>
                <a:spcPts val="600"/>
              </a:spcAft>
              <a:buFont typeface="Archivo"/>
              <a:buChar char="•"/>
            </a:pPr>
            <a:r>
              <a:rPr sz="1200">
                <a:solidFill>
                  <a:srgbClr val="0F2E66"/>
                </a:solidFill>
                <a:latin typeface="Archivo"/>
              </a:rPr>
              <a:t>P2 describes approvals on email before raising reqs; P3 encloses offline packets before offers; P5 states no approval workflow in Workday today despite known capability—unanimous P1–P5 signal on governance outside the system of record.</a:t>
            </a:r>
          </a:p>
          <a:p>
            <a:pPr/>
            <a:r>
              <a:rPr b="1" sz="1200">
                <a:solidFill>
                  <a:srgbClr val="0F2E66"/>
                </a:solidFill>
                <a:latin typeface="Archivo"/>
              </a:rPr>
              <a:t>Recommendation</a:t>
            </a:r>
          </a:p>
          <a:p>
            <a:pPr lvl="1" marL="228600" indent="-182880">
              <a:spcAft>
                <a:spcPts val="600"/>
              </a:spcAft>
              <a:buFont typeface="Archivo"/>
              <a:buChar char="•"/>
            </a:pPr>
            <a:r>
              <a:rPr sz="1200">
                <a:solidFill>
                  <a:srgbClr val="0F2E66"/>
                </a:solidFill>
                <a:latin typeface="Archivo"/>
              </a:rPr>
              <a:t>Deliver first-party approval chains for position and compensation with attachments, stage-wise routing, and immutable history; reduce email parallel system while preserving customer legal review gates and DPDP-aligned purpose limitation on evidence stores.</a:t>
            </a:r>
          </a:p>
          <a:p>
            <a:pPr/>
            <a:r>
              <a:rPr b="1" sz="1200">
                <a:solidFill>
                  <a:srgbClr val="0F2E66"/>
                </a:solidFill>
                <a:latin typeface="Archivo"/>
              </a:rPr>
              <a:t>Why now</a:t>
            </a:r>
          </a:p>
          <a:p>
            <a:pPr lvl="1" marL="228600" indent="-182880">
              <a:spcAft>
                <a:spcPts val="600"/>
              </a:spcAft>
              <a:buFont typeface="Archivo"/>
              <a:buChar char="•"/>
            </a:pPr>
            <a:r>
              <a:rPr sz="1200">
                <a:solidFill>
                  <a:srgbClr val="0F2E66"/>
                </a:solidFill>
                <a:latin typeface="Archivo"/>
              </a:rPr>
              <a:t>India eight-win row and DPDP auditability elevate in-product evidence; sixteen to seventeen percent pre-accept drop P3 ties partly to slow, opaque approval-to-offer segments competitors market as instant in omnichannel demos.</a:t>
            </a:r>
          </a:p>
          <a:p>
            <a:pPr/>
            <a:r>
              <a:rPr b="1" sz="1200">
                <a:solidFill>
                  <a:srgbClr val="0F2E66"/>
                </a:solidFill>
                <a:latin typeface="Archivo"/>
              </a:rPr>
              <a:t>Success metrics</a:t>
            </a:r>
          </a:p>
          <a:p>
            <a:pPr lvl="1" marL="228600" indent="-182880">
              <a:spcAft>
                <a:spcPts val="600"/>
              </a:spcAft>
              <a:buFont typeface="Archivo"/>
              <a:buChar char="•"/>
            </a:pPr>
            <a:r>
              <a:rPr sz="1200">
                <a:solidFill>
                  <a:srgbClr val="0F2E66"/>
                </a:solidFill>
                <a:latin typeface="Archivo"/>
              </a:rPr>
              <a:t>Time to Hire (BV): baseline end-to-end JR posted to latest offer accepted; target eight to twelve percent improvement in approval-to-offer-released interval for adopting tenants using HRREC-81527, reducing join-rate risk from offline delays.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Priority Recommendations for Roadmap</a:t>
            </a:r>
          </a:p>
        </p:txBody>
      </p:sp>
      <p:sp>
        <p:nvSpPr>
          <p:cNvPr id="3" name="TextBox 2"/>
          <p:cNvSpPr txBox="1"/>
          <p:nvPr/>
        </p:nvSpPr>
        <p:spPr>
          <a:xfrm>
            <a:off x="0" y="4846320"/>
            <a:ext cx="3108960" cy="274320"/>
          </a:xfrm>
          <a:prstGeom prst="rect">
            <a:avLst/>
          </a:prstGeom>
          <a:noFill/>
        </p:spPr>
        <p:txBody>
          <a:bodyPr wrap="square">
            <a:spAutoFit/>
          </a:bodyPr>
          <a:lstStyle/>
          <a:p>
            <a:pPr algn="l"/>
            <a:r>
              <a:rPr b="0" sz="700">
                <a:solidFill>
                  <a:srgbClr val="525D6A"/>
                </a:solidFill>
                <a:latin typeface="Archivo"/>
              </a:rPr>
              <a:t>Workday Confidential</a:t>
            </a:r>
          </a:p>
        </p:txBody>
      </p:sp>
      <p:sp>
        <p:nvSpPr>
          <p:cNvPr id="4" name="TextBox 3"/>
          <p:cNvSpPr txBox="1"/>
          <p:nvPr/>
        </p:nvSpPr>
        <p:spPr>
          <a:xfrm>
            <a:off x="8412480" y="4846320"/>
            <a:ext cx="548640" cy="274320"/>
          </a:xfrm>
          <a:prstGeom prst="rect">
            <a:avLst/>
          </a:prstGeom>
          <a:noFill/>
        </p:spPr>
        <p:txBody>
          <a:bodyPr wrap="square">
            <a:spAutoFit/>
          </a:bodyPr>
          <a:lstStyle/>
          <a:p>
            <a:pPr algn="r"/>
            <a:r>
              <a:rPr b="0" sz="700">
                <a:solidFill>
                  <a:srgbClr val="525D6A"/>
                </a:solidFill>
                <a:latin typeface="Archivo"/>
              </a:rPr>
              <a:t>63</a:t>
            </a:r>
          </a:p>
        </p:txBody>
      </p:sp>
      <p:graphicFrame>
        <p:nvGraphicFramePr>
          <p:cNvPr id="5" name="Table 4"/>
          <p:cNvGraphicFramePr>
            <a:graphicFrameLocks noGrp="1"/>
          </p:cNvGraphicFramePr>
          <p:nvPr/>
        </p:nvGraphicFramePr>
        <p:xfrm>
          <a:off x="228600" y="1005840"/>
          <a:ext cx="8686800" cy="2743200"/>
        </p:xfrm>
        <a:graphic>
          <a:graphicData uri="http://schemas.openxmlformats.org/drawingml/2006/table">
            <a:tbl>
              <a:tblPr firstRow="1" bandRow="1">
                <a:tableStyleId>{5C22544A-7EE6-4342-B048-85BDC9FD1C3A}</a:tableStyleId>
              </a:tblPr>
              <a:tblGrid>
                <a:gridCol w="1240971"/>
                <a:gridCol w="1240971"/>
                <a:gridCol w="1240971"/>
                <a:gridCol w="1240971"/>
                <a:gridCol w="1240971"/>
                <a:gridCol w="1240971"/>
                <a:gridCol w="1240974"/>
              </a:tblGrid>
              <a:tr h="249381">
                <a:tc>
                  <a:txBody>
                    <a:bodyPr/>
                    <a:lstStyle/>
                    <a:p>
                      <a:r>
                        <a:rPr sz="800" b="1">
                          <a:solidFill>
                            <a:srgbClr val="FFFFFF"/>
                          </a:solidFill>
                        </a:rPr>
                        <a:t>#</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solidFill>
                      <a:srgbClr val="0F2E66"/>
                    </a:solidFill>
                  </a:tcPr>
                </a:tc>
                <a:tc>
                  <a:txBody>
                    <a:bodyPr/>
                    <a:lstStyle/>
                    <a:p>
                      <a:r>
                        <a:rPr sz="800" b="1">
                          <a:solidFill>
                            <a:srgbClr val="FFFFFF"/>
                          </a:solidFill>
                        </a:rPr>
                        <a:t>Title</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solidFill>
                      <a:srgbClr val="0F2E66"/>
                    </a:solidFill>
                  </a:tcPr>
                </a:tc>
                <a:tc>
                  <a:txBody>
                    <a:bodyPr/>
                    <a:lstStyle/>
                    <a:p>
                      <a:r>
                        <a:rPr sz="800" b="1">
                          <a:solidFill>
                            <a:srgbClr val="FFFFFF"/>
                          </a:solidFill>
                        </a:rPr>
                        <a:t>RICE</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solidFill>
                      <a:srgbClr val="0F2E66"/>
                    </a:solidFill>
                  </a:tcPr>
                </a:tc>
                <a:tc>
                  <a:txBody>
                    <a:bodyPr/>
                    <a:lstStyle/>
                    <a:p>
                      <a:r>
                        <a:rPr sz="800" b="1">
                          <a:solidFill>
                            <a:srgbClr val="FFFFFF"/>
                          </a:solidFill>
                        </a:rPr>
                        <a:t>Reach</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solidFill>
                      <a:srgbClr val="0F2E66"/>
                    </a:solidFill>
                  </a:tcPr>
                </a:tc>
                <a:tc>
                  <a:txBody>
                    <a:bodyPr/>
                    <a:lstStyle/>
                    <a:p>
                      <a:r>
                        <a:rPr sz="800" b="1">
                          <a:solidFill>
                            <a:srgbClr val="FFFFFF"/>
                          </a:solidFill>
                        </a:rPr>
                        <a:t>Impact</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solidFill>
                      <a:srgbClr val="0F2E66"/>
                    </a:solidFill>
                  </a:tcPr>
                </a:tc>
                <a:tc>
                  <a:txBody>
                    <a:bodyPr/>
                    <a:lstStyle/>
                    <a:p>
                      <a:r>
                        <a:rPr sz="800" b="1">
                          <a:solidFill>
                            <a:srgbClr val="FFFFFF"/>
                          </a:solidFill>
                        </a:rPr>
                        <a:t>Conf</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solidFill>
                      <a:srgbClr val="0F2E66"/>
                    </a:solidFill>
                  </a:tcPr>
                </a:tc>
                <a:tc>
                  <a:txBody>
                    <a:bodyPr/>
                    <a:lstStyle/>
                    <a:p>
                      <a:r>
                        <a:rPr sz="800" b="1">
                          <a:solidFill>
                            <a:srgbClr val="FFFFFF"/>
                          </a:solidFill>
                        </a:rPr>
                        <a:t>Effort</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solidFill>
                      <a:srgbClr val="0F2E66"/>
                    </a:solidFill>
                  </a:tcPr>
                </a:tc>
              </a:tr>
              <a:tr h="249381">
                <a:tc>
                  <a:txBody>
                    <a:bodyPr/>
                    <a:lstStyle/>
                    <a:p>
                      <a:r>
                        <a:rPr sz="800"/>
                        <a:t>1</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ID-aware dedupe and source precedence</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2267</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8000</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3.0</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85%</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9 pm</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r>
              <a:tr h="249381">
                <a:tc>
                  <a:txBody>
                    <a:bodyPr/>
                    <a:lstStyle/>
                    <a:p>
                      <a:r>
                        <a:rPr sz="800"/>
                        <a:t>2</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Identity capture and OTP reliability</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4200</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12000</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3.0</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70%</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6 pm</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r>
              <a:tr h="249381">
                <a:tc>
                  <a:txBody>
                    <a:bodyPr/>
                    <a:lstStyle/>
                    <a:p>
                      <a:r>
                        <a:rPr sz="800"/>
                        <a:t>3</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Bulk review and HiredScore activation</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2362</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9000</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3.0</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70%</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8 pm</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r>
              <a:tr h="249381">
                <a:tc>
                  <a:txBody>
                    <a:bodyPr/>
                    <a:lstStyle/>
                    <a:p>
                      <a:r>
                        <a:rPr sz="800"/>
                        <a:t>4</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Career site PII audit trail</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2340</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8000</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2.25</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65%</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5 pm</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r>
              <a:tr h="249381">
                <a:tc>
                  <a:txBody>
                    <a:bodyPr/>
                    <a:lstStyle/>
                    <a:p>
                      <a:r>
                        <a:rPr sz="800"/>
                        <a:t>5</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In-system req and offer approvals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2109</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10000</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2.25</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75%</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8 pm</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r>
              <a:tr h="249381">
                <a:tc>
                  <a:txBody>
                    <a:bodyPr/>
                    <a:lstStyle/>
                    <a:p>
                      <a:r>
                        <a:rPr sz="800"/>
                        <a:t>6</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Offer and EA lifecycle improvements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1100</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6000</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2.75</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80%</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12 pm</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r>
              <a:tr h="249381">
                <a:tc>
                  <a:txBody>
                    <a:bodyPr/>
                    <a:lstStyle/>
                    <a:p>
                      <a:r>
                        <a:rPr sz="800"/>
                        <a:t>7</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DNH auto-disposition</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840</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3000</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2.0</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70%</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5 pm</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r>
              <a:tr h="249381">
                <a:tc>
                  <a:txBody>
                    <a:bodyPr/>
                    <a:lstStyle/>
                    <a:p>
                      <a:r>
                        <a:rPr sz="800"/>
                        <a:t>8</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Multi-way duplicate merge</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422</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2500</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2.25</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60%</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8 pm</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r>
              <a:tr h="249381">
                <a:tc>
                  <a:txBody>
                    <a:bodyPr/>
                    <a:lstStyle/>
                    <a:p>
                      <a:r>
                        <a:rPr sz="800"/>
                        <a:t>9</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BGC orchestration depth</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844</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5000</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2.25</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75%</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10 pm</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r>
              <a:tr h="249390">
                <a:tc>
                  <a:txBody>
                    <a:bodyPr/>
                    <a:lstStyle/>
                    <a:p>
                      <a:r>
                        <a:rPr sz="800"/>
                        <a:t>10</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Mass offer and EA actions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682</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4000</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2.5</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75%</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11 pm</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r>
            </a:tbl>
          </a:graphicData>
        </a:graphic>
      </p:graphicFrame>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19653" name="Google Shape;142;p27"/>
          <p:cNvPicPr preferRelativeResize="0"/>
          <p:nvPr/>
        </p:nvPicPr>
        <p:blipFill rotWithShape="1">
          <a:blip r:embed="rId2">
            <a:alphaModFix/>
          </a:blip>
          <a:srcRect b="0" l="0" r="0" t="0"/>
          <a:stretch/>
        </p:blipFill>
        <p:spPr>
          <a:xfrm>
            <a:off x="3101498" y="1639177"/>
            <a:ext cx="2941004" cy="1390546"/>
          </a:xfrm>
          <a:prstGeom prst="rect">
            <a:avLst/>
          </a:prstGeom>
          <a:noFill/>
          <a:ln>
            <a:noFill/>
          </a:ln>
        </p:spPr>
      </p:pic>
      <p:sp>
        <p:nvSpPr>
          <p:cNvPr id="519654" name="TextBox 519653"/>
          <p:cNvSpPr txBox="1"/>
          <p:nvPr/>
        </p:nvSpPr>
        <p:spPr>
          <a:xfrm>
            <a:off x="0" y="4846320"/>
            <a:ext cx="3108960" cy="274320"/>
          </a:xfrm>
          <a:prstGeom prst="rect">
            <a:avLst/>
          </a:prstGeom>
          <a:noFill/>
        </p:spPr>
        <p:txBody>
          <a:bodyPr wrap="square">
            <a:spAutoFit/>
          </a:bodyPr>
          <a:lstStyle/>
          <a:p>
            <a:pPr algn="l"/>
            <a:r>
              <a:rPr b="0" sz="700">
                <a:solidFill>
                  <a:srgbClr val="525D6A"/>
                </a:solidFill>
                <a:latin typeface="Archivo"/>
              </a:rPr>
              <a:t>Workday Confidential</a:t>
            </a:r>
          </a:p>
        </p:txBody>
      </p:sp>
      <p:sp>
        <p:nvSpPr>
          <p:cNvPr id="519655" name="TextBox 519654"/>
          <p:cNvSpPr txBox="1"/>
          <p:nvPr/>
        </p:nvSpPr>
        <p:spPr>
          <a:xfrm>
            <a:off x="8412480" y="4846320"/>
            <a:ext cx="548640" cy="274320"/>
          </a:xfrm>
          <a:prstGeom prst="rect">
            <a:avLst/>
          </a:prstGeom>
          <a:noFill/>
        </p:spPr>
        <p:txBody>
          <a:bodyPr wrap="square">
            <a:spAutoFit/>
          </a:bodyPr>
          <a:lstStyle/>
          <a:p>
            <a:pPr algn="r"/>
            <a:r>
              <a:rPr b="0" sz="700">
                <a:solidFill>
                  <a:srgbClr val="525D6A"/>
                </a:solidFill>
                <a:latin typeface="Archivo"/>
              </a:rPr>
              <a:t>64</a:t>
            </a: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Workday Corporate Template">
  <a:themeElements>
    <a:clrScheme name="Workday Color Palette">
      <a:dk1>
        <a:srgbClr val="0F2E66"/>
      </a:dk1>
      <a:lt1>
        <a:srgbClr val="FFFFFF"/>
      </a:lt1>
      <a:dk2>
        <a:srgbClr val="0057AE"/>
      </a:dk2>
      <a:lt2>
        <a:srgbClr val="022043"/>
      </a:lt2>
      <a:accent1>
        <a:srgbClr val="1C98E8"/>
      </a:accent1>
      <a:accent2>
        <a:srgbClr val="9ECFFF"/>
      </a:accent2>
      <a:accent3>
        <a:srgbClr val="FEC10B"/>
      </a:accent3>
      <a:accent4>
        <a:srgbClr val="FDE65E"/>
      </a:accent4>
      <a:accent5>
        <a:srgbClr val="FFF3A8"/>
      </a:accent5>
      <a:accent6>
        <a:srgbClr val="FCF8E8"/>
      </a:accent6>
      <a:hlink>
        <a:srgbClr val="0057AE"/>
      </a:hlink>
      <a:folHlink>
        <a:srgbClr val="1C98E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Workday Corporate Template">
  <a:themeElements>
    <a:clrScheme name="Workday Color Palette">
      <a:dk1>
        <a:srgbClr val="0F2E66"/>
      </a:dk1>
      <a:lt1>
        <a:srgbClr val="FFFFFF"/>
      </a:lt1>
      <a:dk2>
        <a:srgbClr val="0057AE"/>
      </a:dk2>
      <a:lt2>
        <a:srgbClr val="022043"/>
      </a:lt2>
      <a:accent1>
        <a:srgbClr val="1C98E8"/>
      </a:accent1>
      <a:accent2>
        <a:srgbClr val="9ECFFF"/>
      </a:accent2>
      <a:accent3>
        <a:srgbClr val="FEC10B"/>
      </a:accent3>
      <a:accent4>
        <a:srgbClr val="FDE65E"/>
      </a:accent4>
      <a:accent5>
        <a:srgbClr val="FFF3A8"/>
      </a:accent5>
      <a:accent6>
        <a:srgbClr val="FCF8E8"/>
      </a:accent6>
      <a:hlink>
        <a:srgbClr val="0057AE"/>
      </a:hlink>
      <a:folHlink>
        <a:srgbClr val="1C98E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